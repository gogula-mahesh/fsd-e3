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>
      <p:cViewPr varScale="1">
        <p:scale>
          <a:sx n="55" d="100"/>
          <a:sy n="55" d="100"/>
        </p:scale>
        <p:origin x="686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786859" y="1370076"/>
            <a:ext cx="1501140" cy="7550150"/>
          </a:xfrm>
          <a:custGeom>
            <a:avLst/>
            <a:gdLst/>
            <a:ahLst/>
            <a:cxnLst/>
            <a:rect l="l" t="t" r="r" b="b"/>
            <a:pathLst>
              <a:path w="1501140" h="7550150">
                <a:moveTo>
                  <a:pt x="1501140" y="0"/>
                </a:moveTo>
                <a:lnTo>
                  <a:pt x="1454530" y="49910"/>
                </a:lnTo>
                <a:lnTo>
                  <a:pt x="1424305" y="83057"/>
                </a:lnTo>
                <a:lnTo>
                  <a:pt x="1394205" y="116331"/>
                </a:lnTo>
                <a:lnTo>
                  <a:pt x="1364488" y="149987"/>
                </a:lnTo>
                <a:lnTo>
                  <a:pt x="1335024" y="183896"/>
                </a:lnTo>
                <a:lnTo>
                  <a:pt x="1305686" y="218058"/>
                </a:lnTo>
                <a:lnTo>
                  <a:pt x="1276730" y="252349"/>
                </a:lnTo>
                <a:lnTo>
                  <a:pt x="1248155" y="287020"/>
                </a:lnTo>
                <a:lnTo>
                  <a:pt x="1219707" y="321818"/>
                </a:lnTo>
                <a:lnTo>
                  <a:pt x="1191641" y="356870"/>
                </a:lnTo>
                <a:lnTo>
                  <a:pt x="1163828" y="392175"/>
                </a:lnTo>
                <a:lnTo>
                  <a:pt x="1136269" y="427735"/>
                </a:lnTo>
                <a:lnTo>
                  <a:pt x="1108963" y="463550"/>
                </a:lnTo>
                <a:lnTo>
                  <a:pt x="1082040" y="499491"/>
                </a:lnTo>
                <a:lnTo>
                  <a:pt x="1055243" y="535685"/>
                </a:lnTo>
                <a:lnTo>
                  <a:pt x="1028953" y="572134"/>
                </a:lnTo>
                <a:lnTo>
                  <a:pt x="1002792" y="608838"/>
                </a:lnTo>
                <a:lnTo>
                  <a:pt x="977011" y="645795"/>
                </a:lnTo>
                <a:lnTo>
                  <a:pt x="951484" y="682878"/>
                </a:lnTo>
                <a:lnTo>
                  <a:pt x="926211" y="720217"/>
                </a:lnTo>
                <a:lnTo>
                  <a:pt x="901319" y="757681"/>
                </a:lnTo>
                <a:lnTo>
                  <a:pt x="876680" y="795527"/>
                </a:lnTo>
                <a:lnTo>
                  <a:pt x="852424" y="833501"/>
                </a:lnTo>
                <a:lnTo>
                  <a:pt x="828294" y="871727"/>
                </a:lnTo>
                <a:lnTo>
                  <a:pt x="804672" y="910081"/>
                </a:lnTo>
                <a:lnTo>
                  <a:pt x="781176" y="948690"/>
                </a:lnTo>
                <a:lnTo>
                  <a:pt x="758190" y="987551"/>
                </a:lnTo>
                <a:lnTo>
                  <a:pt x="735330" y="1026541"/>
                </a:lnTo>
                <a:lnTo>
                  <a:pt x="712851" y="1065783"/>
                </a:lnTo>
                <a:lnTo>
                  <a:pt x="690753" y="1105153"/>
                </a:lnTo>
                <a:lnTo>
                  <a:pt x="668909" y="1144777"/>
                </a:lnTo>
                <a:lnTo>
                  <a:pt x="647319" y="1184655"/>
                </a:lnTo>
                <a:lnTo>
                  <a:pt x="626109" y="1224660"/>
                </a:lnTo>
                <a:lnTo>
                  <a:pt x="605282" y="1264793"/>
                </a:lnTo>
                <a:lnTo>
                  <a:pt x="584707" y="1305305"/>
                </a:lnTo>
                <a:lnTo>
                  <a:pt x="564388" y="1345819"/>
                </a:lnTo>
                <a:lnTo>
                  <a:pt x="544576" y="1386585"/>
                </a:lnTo>
                <a:lnTo>
                  <a:pt x="524891" y="1427606"/>
                </a:lnTo>
                <a:lnTo>
                  <a:pt x="505713" y="1468754"/>
                </a:lnTo>
                <a:lnTo>
                  <a:pt x="486791" y="1510156"/>
                </a:lnTo>
                <a:lnTo>
                  <a:pt x="468122" y="1551685"/>
                </a:lnTo>
                <a:lnTo>
                  <a:pt x="449961" y="1593342"/>
                </a:lnTo>
                <a:lnTo>
                  <a:pt x="431926" y="1635252"/>
                </a:lnTo>
                <a:lnTo>
                  <a:pt x="414401" y="1677289"/>
                </a:lnTo>
                <a:lnTo>
                  <a:pt x="397128" y="1719579"/>
                </a:lnTo>
                <a:lnTo>
                  <a:pt x="380238" y="1761998"/>
                </a:lnTo>
                <a:lnTo>
                  <a:pt x="363728" y="1804543"/>
                </a:lnTo>
                <a:lnTo>
                  <a:pt x="347472" y="1847342"/>
                </a:lnTo>
                <a:lnTo>
                  <a:pt x="331597" y="1890268"/>
                </a:lnTo>
                <a:lnTo>
                  <a:pt x="316103" y="1933321"/>
                </a:lnTo>
                <a:lnTo>
                  <a:pt x="300863" y="1976627"/>
                </a:lnTo>
                <a:lnTo>
                  <a:pt x="286130" y="2020062"/>
                </a:lnTo>
                <a:lnTo>
                  <a:pt x="271653" y="2063623"/>
                </a:lnTo>
                <a:lnTo>
                  <a:pt x="257428" y="2107438"/>
                </a:lnTo>
                <a:lnTo>
                  <a:pt x="243713" y="2151253"/>
                </a:lnTo>
                <a:lnTo>
                  <a:pt x="230378" y="2195322"/>
                </a:lnTo>
                <a:lnTo>
                  <a:pt x="217297" y="2239518"/>
                </a:lnTo>
                <a:lnTo>
                  <a:pt x="204597" y="2283968"/>
                </a:lnTo>
                <a:lnTo>
                  <a:pt x="192278" y="2328418"/>
                </a:lnTo>
                <a:lnTo>
                  <a:pt x="180340" y="2373122"/>
                </a:lnTo>
                <a:lnTo>
                  <a:pt x="168782" y="2417953"/>
                </a:lnTo>
                <a:lnTo>
                  <a:pt x="157480" y="2462911"/>
                </a:lnTo>
                <a:lnTo>
                  <a:pt x="146684" y="2508123"/>
                </a:lnTo>
                <a:lnTo>
                  <a:pt x="136271" y="2553335"/>
                </a:lnTo>
                <a:lnTo>
                  <a:pt x="126111" y="2598674"/>
                </a:lnTo>
                <a:lnTo>
                  <a:pt x="116459" y="2644266"/>
                </a:lnTo>
                <a:lnTo>
                  <a:pt x="107061" y="2689987"/>
                </a:lnTo>
                <a:lnTo>
                  <a:pt x="98044" y="2735834"/>
                </a:lnTo>
                <a:lnTo>
                  <a:pt x="89534" y="2781681"/>
                </a:lnTo>
                <a:lnTo>
                  <a:pt x="81280" y="2827782"/>
                </a:lnTo>
                <a:lnTo>
                  <a:pt x="73405" y="2874010"/>
                </a:lnTo>
                <a:lnTo>
                  <a:pt x="66040" y="2920365"/>
                </a:lnTo>
                <a:lnTo>
                  <a:pt x="58928" y="2966847"/>
                </a:lnTo>
                <a:lnTo>
                  <a:pt x="52324" y="3013456"/>
                </a:lnTo>
                <a:lnTo>
                  <a:pt x="46101" y="3060191"/>
                </a:lnTo>
                <a:lnTo>
                  <a:pt x="40132" y="3107054"/>
                </a:lnTo>
                <a:lnTo>
                  <a:pt x="34671" y="3154045"/>
                </a:lnTo>
                <a:lnTo>
                  <a:pt x="29591" y="3201162"/>
                </a:lnTo>
                <a:lnTo>
                  <a:pt x="24892" y="3248279"/>
                </a:lnTo>
                <a:lnTo>
                  <a:pt x="20574" y="3295650"/>
                </a:lnTo>
                <a:lnTo>
                  <a:pt x="16763" y="3343148"/>
                </a:lnTo>
                <a:lnTo>
                  <a:pt x="13207" y="3390646"/>
                </a:lnTo>
                <a:lnTo>
                  <a:pt x="10159" y="3438271"/>
                </a:lnTo>
                <a:lnTo>
                  <a:pt x="7493" y="3486150"/>
                </a:lnTo>
                <a:lnTo>
                  <a:pt x="5207" y="3534029"/>
                </a:lnTo>
                <a:lnTo>
                  <a:pt x="3301" y="3581908"/>
                </a:lnTo>
                <a:lnTo>
                  <a:pt x="1905" y="3630041"/>
                </a:lnTo>
                <a:lnTo>
                  <a:pt x="888" y="3678301"/>
                </a:lnTo>
                <a:lnTo>
                  <a:pt x="253" y="3726561"/>
                </a:lnTo>
                <a:lnTo>
                  <a:pt x="0" y="3774948"/>
                </a:lnTo>
                <a:lnTo>
                  <a:pt x="253" y="3823335"/>
                </a:lnTo>
                <a:lnTo>
                  <a:pt x="888" y="3871595"/>
                </a:lnTo>
                <a:lnTo>
                  <a:pt x="1905" y="3919854"/>
                </a:lnTo>
                <a:lnTo>
                  <a:pt x="3301" y="3967988"/>
                </a:lnTo>
                <a:lnTo>
                  <a:pt x="5207" y="4015866"/>
                </a:lnTo>
                <a:lnTo>
                  <a:pt x="7493" y="4063746"/>
                </a:lnTo>
                <a:lnTo>
                  <a:pt x="10159" y="4111625"/>
                </a:lnTo>
                <a:lnTo>
                  <a:pt x="13207" y="4159250"/>
                </a:lnTo>
                <a:lnTo>
                  <a:pt x="16763" y="4206748"/>
                </a:lnTo>
                <a:lnTo>
                  <a:pt x="20574" y="4254246"/>
                </a:lnTo>
                <a:lnTo>
                  <a:pt x="24892" y="4301617"/>
                </a:lnTo>
                <a:lnTo>
                  <a:pt x="29591" y="4348734"/>
                </a:lnTo>
                <a:lnTo>
                  <a:pt x="34671" y="4395851"/>
                </a:lnTo>
                <a:lnTo>
                  <a:pt x="40132" y="4442841"/>
                </a:lnTo>
                <a:lnTo>
                  <a:pt x="46101" y="4489704"/>
                </a:lnTo>
                <a:lnTo>
                  <a:pt x="52324" y="4536440"/>
                </a:lnTo>
                <a:lnTo>
                  <a:pt x="58928" y="4583049"/>
                </a:lnTo>
                <a:lnTo>
                  <a:pt x="66040" y="4629531"/>
                </a:lnTo>
                <a:lnTo>
                  <a:pt x="73405" y="4675886"/>
                </a:lnTo>
                <a:lnTo>
                  <a:pt x="81280" y="4722114"/>
                </a:lnTo>
                <a:lnTo>
                  <a:pt x="89534" y="4768215"/>
                </a:lnTo>
                <a:lnTo>
                  <a:pt x="98044" y="4814062"/>
                </a:lnTo>
                <a:lnTo>
                  <a:pt x="107061" y="4859909"/>
                </a:lnTo>
                <a:lnTo>
                  <a:pt x="116459" y="4905629"/>
                </a:lnTo>
                <a:lnTo>
                  <a:pt x="126111" y="4951222"/>
                </a:lnTo>
                <a:lnTo>
                  <a:pt x="136271" y="4996561"/>
                </a:lnTo>
                <a:lnTo>
                  <a:pt x="146684" y="5041773"/>
                </a:lnTo>
                <a:lnTo>
                  <a:pt x="157480" y="5086985"/>
                </a:lnTo>
                <a:lnTo>
                  <a:pt x="168782" y="5131943"/>
                </a:lnTo>
                <a:lnTo>
                  <a:pt x="180340" y="5176774"/>
                </a:lnTo>
                <a:lnTo>
                  <a:pt x="192278" y="5221478"/>
                </a:lnTo>
                <a:lnTo>
                  <a:pt x="204597" y="5265928"/>
                </a:lnTo>
                <a:lnTo>
                  <a:pt x="217297" y="5310378"/>
                </a:lnTo>
                <a:lnTo>
                  <a:pt x="230378" y="5354574"/>
                </a:lnTo>
                <a:lnTo>
                  <a:pt x="243713" y="5398643"/>
                </a:lnTo>
                <a:lnTo>
                  <a:pt x="257428" y="5442458"/>
                </a:lnTo>
                <a:lnTo>
                  <a:pt x="271653" y="5486273"/>
                </a:lnTo>
                <a:lnTo>
                  <a:pt x="286130" y="5529834"/>
                </a:lnTo>
                <a:lnTo>
                  <a:pt x="300863" y="5573268"/>
                </a:lnTo>
                <a:lnTo>
                  <a:pt x="316103" y="5616575"/>
                </a:lnTo>
                <a:lnTo>
                  <a:pt x="331597" y="5659628"/>
                </a:lnTo>
                <a:lnTo>
                  <a:pt x="347472" y="5702554"/>
                </a:lnTo>
                <a:lnTo>
                  <a:pt x="363728" y="5745353"/>
                </a:lnTo>
                <a:lnTo>
                  <a:pt x="380238" y="5787898"/>
                </a:lnTo>
                <a:lnTo>
                  <a:pt x="397128" y="5830316"/>
                </a:lnTo>
                <a:lnTo>
                  <a:pt x="414401" y="5872607"/>
                </a:lnTo>
                <a:lnTo>
                  <a:pt x="431926" y="5914644"/>
                </a:lnTo>
                <a:lnTo>
                  <a:pt x="449961" y="5956554"/>
                </a:lnTo>
                <a:lnTo>
                  <a:pt x="468122" y="5998210"/>
                </a:lnTo>
                <a:lnTo>
                  <a:pt x="486791" y="6039739"/>
                </a:lnTo>
                <a:lnTo>
                  <a:pt x="505713" y="6081141"/>
                </a:lnTo>
                <a:lnTo>
                  <a:pt x="524891" y="6122289"/>
                </a:lnTo>
                <a:lnTo>
                  <a:pt x="544576" y="6163310"/>
                </a:lnTo>
                <a:lnTo>
                  <a:pt x="564388" y="6204077"/>
                </a:lnTo>
                <a:lnTo>
                  <a:pt x="584707" y="6244590"/>
                </a:lnTo>
                <a:lnTo>
                  <a:pt x="605282" y="6285103"/>
                </a:lnTo>
                <a:lnTo>
                  <a:pt x="626109" y="6325235"/>
                </a:lnTo>
                <a:lnTo>
                  <a:pt x="647319" y="6365240"/>
                </a:lnTo>
                <a:lnTo>
                  <a:pt x="668909" y="6405118"/>
                </a:lnTo>
                <a:lnTo>
                  <a:pt x="690753" y="6444742"/>
                </a:lnTo>
                <a:lnTo>
                  <a:pt x="712851" y="6484112"/>
                </a:lnTo>
                <a:lnTo>
                  <a:pt x="735330" y="6523355"/>
                </a:lnTo>
                <a:lnTo>
                  <a:pt x="758190" y="6562344"/>
                </a:lnTo>
                <a:lnTo>
                  <a:pt x="781176" y="6601206"/>
                </a:lnTo>
                <a:lnTo>
                  <a:pt x="804672" y="6639813"/>
                </a:lnTo>
                <a:lnTo>
                  <a:pt x="828294" y="6678168"/>
                </a:lnTo>
                <a:lnTo>
                  <a:pt x="852424" y="6716395"/>
                </a:lnTo>
                <a:lnTo>
                  <a:pt x="876680" y="6754368"/>
                </a:lnTo>
                <a:lnTo>
                  <a:pt x="901319" y="6792213"/>
                </a:lnTo>
                <a:lnTo>
                  <a:pt x="926211" y="6829679"/>
                </a:lnTo>
                <a:lnTo>
                  <a:pt x="951484" y="6867017"/>
                </a:lnTo>
                <a:lnTo>
                  <a:pt x="977011" y="6904101"/>
                </a:lnTo>
                <a:lnTo>
                  <a:pt x="1002792" y="6941058"/>
                </a:lnTo>
                <a:lnTo>
                  <a:pt x="1028953" y="6977761"/>
                </a:lnTo>
                <a:lnTo>
                  <a:pt x="1055243" y="7014209"/>
                </a:lnTo>
                <a:lnTo>
                  <a:pt x="1082040" y="7050405"/>
                </a:lnTo>
                <a:lnTo>
                  <a:pt x="1108963" y="7086346"/>
                </a:lnTo>
                <a:lnTo>
                  <a:pt x="1136269" y="7122159"/>
                </a:lnTo>
                <a:lnTo>
                  <a:pt x="1163828" y="7157720"/>
                </a:lnTo>
                <a:lnTo>
                  <a:pt x="1191641" y="7193026"/>
                </a:lnTo>
                <a:lnTo>
                  <a:pt x="1219707" y="7228078"/>
                </a:lnTo>
                <a:lnTo>
                  <a:pt x="1248155" y="7262876"/>
                </a:lnTo>
                <a:lnTo>
                  <a:pt x="1276730" y="7297547"/>
                </a:lnTo>
                <a:lnTo>
                  <a:pt x="1305686" y="7331836"/>
                </a:lnTo>
                <a:lnTo>
                  <a:pt x="1335024" y="7366000"/>
                </a:lnTo>
                <a:lnTo>
                  <a:pt x="1364488" y="7399908"/>
                </a:lnTo>
                <a:lnTo>
                  <a:pt x="1394205" y="7433564"/>
                </a:lnTo>
                <a:lnTo>
                  <a:pt x="1424305" y="7466838"/>
                </a:lnTo>
                <a:lnTo>
                  <a:pt x="1454530" y="7499984"/>
                </a:lnTo>
                <a:lnTo>
                  <a:pt x="1485138" y="7532878"/>
                </a:lnTo>
                <a:lnTo>
                  <a:pt x="1501140" y="7549896"/>
                </a:lnTo>
              </a:path>
            </a:pathLst>
          </a:custGeom>
          <a:ln w="6187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60826" y="281178"/>
            <a:ext cx="11054715" cy="809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15972" y="2192273"/>
            <a:ext cx="14772640" cy="5879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35989" y="134493"/>
            <a:ext cx="4652010" cy="1363980"/>
          </a:xfrm>
          <a:custGeom>
            <a:avLst/>
            <a:gdLst/>
            <a:ahLst/>
            <a:cxnLst/>
            <a:rect l="l" t="t" r="r" b="b"/>
            <a:pathLst>
              <a:path w="4652009" h="1363980">
                <a:moveTo>
                  <a:pt x="0" y="0"/>
                </a:moveTo>
                <a:lnTo>
                  <a:pt x="33273" y="28955"/>
                </a:lnTo>
                <a:lnTo>
                  <a:pt x="67436" y="58292"/>
                </a:lnTo>
                <a:lnTo>
                  <a:pt x="101853" y="87249"/>
                </a:lnTo>
                <a:lnTo>
                  <a:pt x="136398" y="115824"/>
                </a:lnTo>
                <a:lnTo>
                  <a:pt x="171196" y="144272"/>
                </a:lnTo>
                <a:lnTo>
                  <a:pt x="206248" y="172338"/>
                </a:lnTo>
                <a:lnTo>
                  <a:pt x="241553" y="200151"/>
                </a:lnTo>
                <a:lnTo>
                  <a:pt x="277113" y="227710"/>
                </a:lnTo>
                <a:lnTo>
                  <a:pt x="312927" y="255015"/>
                </a:lnTo>
                <a:lnTo>
                  <a:pt x="348869" y="281939"/>
                </a:lnTo>
                <a:lnTo>
                  <a:pt x="385190" y="308736"/>
                </a:lnTo>
                <a:lnTo>
                  <a:pt x="421640" y="335025"/>
                </a:lnTo>
                <a:lnTo>
                  <a:pt x="458215" y="361187"/>
                </a:lnTo>
                <a:lnTo>
                  <a:pt x="495173" y="386968"/>
                </a:lnTo>
                <a:lnTo>
                  <a:pt x="532256" y="412496"/>
                </a:lnTo>
                <a:lnTo>
                  <a:pt x="569594" y="437768"/>
                </a:lnTo>
                <a:lnTo>
                  <a:pt x="607186" y="462660"/>
                </a:lnTo>
                <a:lnTo>
                  <a:pt x="644905" y="487299"/>
                </a:lnTo>
                <a:lnTo>
                  <a:pt x="682878" y="511555"/>
                </a:lnTo>
                <a:lnTo>
                  <a:pt x="721105" y="535685"/>
                </a:lnTo>
                <a:lnTo>
                  <a:pt x="759459" y="559307"/>
                </a:lnTo>
                <a:lnTo>
                  <a:pt x="798067" y="582802"/>
                </a:lnTo>
                <a:lnTo>
                  <a:pt x="836929" y="605789"/>
                </a:lnTo>
                <a:lnTo>
                  <a:pt x="875919" y="628650"/>
                </a:lnTo>
                <a:lnTo>
                  <a:pt x="915161" y="651128"/>
                </a:lnTo>
                <a:lnTo>
                  <a:pt x="954531" y="673226"/>
                </a:lnTo>
                <a:lnTo>
                  <a:pt x="994155" y="695071"/>
                </a:lnTo>
                <a:lnTo>
                  <a:pt x="1034033" y="716660"/>
                </a:lnTo>
                <a:lnTo>
                  <a:pt x="1074038" y="737870"/>
                </a:lnTo>
                <a:lnTo>
                  <a:pt x="1114298" y="758698"/>
                </a:lnTo>
                <a:lnTo>
                  <a:pt x="1154683" y="779272"/>
                </a:lnTo>
                <a:lnTo>
                  <a:pt x="1195323" y="799591"/>
                </a:lnTo>
                <a:lnTo>
                  <a:pt x="1236090" y="819403"/>
                </a:lnTo>
                <a:lnTo>
                  <a:pt x="1276984" y="839088"/>
                </a:lnTo>
                <a:lnTo>
                  <a:pt x="1318132" y="858265"/>
                </a:lnTo>
                <a:lnTo>
                  <a:pt x="1359534" y="877188"/>
                </a:lnTo>
                <a:lnTo>
                  <a:pt x="1401063" y="895857"/>
                </a:lnTo>
                <a:lnTo>
                  <a:pt x="1442719" y="914018"/>
                </a:lnTo>
                <a:lnTo>
                  <a:pt x="1484629" y="932052"/>
                </a:lnTo>
                <a:lnTo>
                  <a:pt x="1526794" y="949578"/>
                </a:lnTo>
                <a:lnTo>
                  <a:pt x="1568957" y="966851"/>
                </a:lnTo>
                <a:lnTo>
                  <a:pt x="1611375" y="983741"/>
                </a:lnTo>
                <a:lnTo>
                  <a:pt x="1653921" y="1000251"/>
                </a:lnTo>
                <a:lnTo>
                  <a:pt x="1696719" y="1016507"/>
                </a:lnTo>
                <a:lnTo>
                  <a:pt x="1739646" y="1032382"/>
                </a:lnTo>
                <a:lnTo>
                  <a:pt x="1782825" y="1047876"/>
                </a:lnTo>
                <a:lnTo>
                  <a:pt x="1826005" y="1063116"/>
                </a:lnTo>
                <a:lnTo>
                  <a:pt x="1869440" y="1077849"/>
                </a:lnTo>
                <a:lnTo>
                  <a:pt x="1913000" y="1092327"/>
                </a:lnTo>
                <a:lnTo>
                  <a:pt x="1956815" y="1106551"/>
                </a:lnTo>
                <a:lnTo>
                  <a:pt x="2000757" y="1120266"/>
                </a:lnTo>
                <a:lnTo>
                  <a:pt x="2044827" y="1133602"/>
                </a:lnTo>
                <a:lnTo>
                  <a:pt x="2089023" y="1146682"/>
                </a:lnTo>
                <a:lnTo>
                  <a:pt x="2133346" y="1159382"/>
                </a:lnTo>
                <a:lnTo>
                  <a:pt x="2177923" y="1171702"/>
                </a:lnTo>
                <a:lnTo>
                  <a:pt x="2222627" y="1183639"/>
                </a:lnTo>
                <a:lnTo>
                  <a:pt x="2267330" y="1195197"/>
                </a:lnTo>
                <a:lnTo>
                  <a:pt x="2312415" y="1206500"/>
                </a:lnTo>
                <a:lnTo>
                  <a:pt x="2357500" y="1217295"/>
                </a:lnTo>
                <a:lnTo>
                  <a:pt x="2402713" y="1227708"/>
                </a:lnTo>
                <a:lnTo>
                  <a:pt x="2448179" y="1237868"/>
                </a:lnTo>
                <a:lnTo>
                  <a:pt x="2493644" y="1247521"/>
                </a:lnTo>
                <a:lnTo>
                  <a:pt x="2539365" y="1256918"/>
                </a:lnTo>
                <a:lnTo>
                  <a:pt x="2585211" y="1265935"/>
                </a:lnTo>
                <a:lnTo>
                  <a:pt x="2631186" y="1274445"/>
                </a:lnTo>
                <a:lnTo>
                  <a:pt x="2677286" y="1282700"/>
                </a:lnTo>
                <a:lnTo>
                  <a:pt x="2723515" y="1290574"/>
                </a:lnTo>
                <a:lnTo>
                  <a:pt x="2769742" y="1297939"/>
                </a:lnTo>
                <a:lnTo>
                  <a:pt x="2816225" y="1305052"/>
                </a:lnTo>
                <a:lnTo>
                  <a:pt x="2862833" y="1311655"/>
                </a:lnTo>
                <a:lnTo>
                  <a:pt x="2909569" y="1317878"/>
                </a:lnTo>
                <a:lnTo>
                  <a:pt x="2956432" y="1323848"/>
                </a:lnTo>
                <a:lnTo>
                  <a:pt x="3003423" y="1329308"/>
                </a:lnTo>
                <a:lnTo>
                  <a:pt x="3050540" y="1334388"/>
                </a:lnTo>
                <a:lnTo>
                  <a:pt x="3097783" y="1339087"/>
                </a:lnTo>
                <a:lnTo>
                  <a:pt x="3145027" y="1343405"/>
                </a:lnTo>
                <a:lnTo>
                  <a:pt x="3192525" y="1347215"/>
                </a:lnTo>
                <a:lnTo>
                  <a:pt x="3240023" y="1350772"/>
                </a:lnTo>
                <a:lnTo>
                  <a:pt x="3287775" y="1353820"/>
                </a:lnTo>
                <a:lnTo>
                  <a:pt x="3335527" y="1356486"/>
                </a:lnTo>
                <a:lnTo>
                  <a:pt x="3383406" y="1358773"/>
                </a:lnTo>
                <a:lnTo>
                  <a:pt x="3431413" y="1360677"/>
                </a:lnTo>
                <a:lnTo>
                  <a:pt x="3479419" y="1362075"/>
                </a:lnTo>
                <a:lnTo>
                  <a:pt x="3527679" y="1363090"/>
                </a:lnTo>
                <a:lnTo>
                  <a:pt x="3575938" y="1363726"/>
                </a:lnTo>
                <a:lnTo>
                  <a:pt x="3624325" y="1363979"/>
                </a:lnTo>
                <a:lnTo>
                  <a:pt x="3672713" y="1363726"/>
                </a:lnTo>
                <a:lnTo>
                  <a:pt x="3721100" y="1363090"/>
                </a:lnTo>
                <a:lnTo>
                  <a:pt x="3769232" y="1362075"/>
                </a:lnTo>
                <a:lnTo>
                  <a:pt x="3817365" y="1360677"/>
                </a:lnTo>
                <a:lnTo>
                  <a:pt x="3865371" y="1358773"/>
                </a:lnTo>
                <a:lnTo>
                  <a:pt x="3913250" y="1356486"/>
                </a:lnTo>
                <a:lnTo>
                  <a:pt x="3961002" y="1353820"/>
                </a:lnTo>
                <a:lnTo>
                  <a:pt x="4008627" y="1350772"/>
                </a:lnTo>
                <a:lnTo>
                  <a:pt x="4056252" y="1347215"/>
                </a:lnTo>
                <a:lnTo>
                  <a:pt x="4103623" y="1343405"/>
                </a:lnTo>
                <a:lnTo>
                  <a:pt x="4150994" y="1339087"/>
                </a:lnTo>
                <a:lnTo>
                  <a:pt x="4198238" y="1334388"/>
                </a:lnTo>
                <a:lnTo>
                  <a:pt x="4245356" y="1329308"/>
                </a:lnTo>
                <a:lnTo>
                  <a:pt x="4292219" y="1323848"/>
                </a:lnTo>
                <a:lnTo>
                  <a:pt x="4339081" y="1317878"/>
                </a:lnTo>
                <a:lnTo>
                  <a:pt x="4385817" y="1311655"/>
                </a:lnTo>
                <a:lnTo>
                  <a:pt x="4432427" y="1305052"/>
                </a:lnTo>
                <a:lnTo>
                  <a:pt x="4478908" y="1297939"/>
                </a:lnTo>
                <a:lnTo>
                  <a:pt x="4525263" y="1290574"/>
                </a:lnTo>
                <a:lnTo>
                  <a:pt x="4571492" y="1282700"/>
                </a:lnTo>
                <a:lnTo>
                  <a:pt x="4617592" y="1274445"/>
                </a:lnTo>
                <a:lnTo>
                  <a:pt x="4651502" y="1268095"/>
                </a:lnTo>
              </a:path>
            </a:pathLst>
          </a:custGeom>
          <a:ln w="515112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1249" y="928624"/>
            <a:ext cx="1031875" cy="6412865"/>
          </a:xfrm>
          <a:custGeom>
            <a:avLst/>
            <a:gdLst/>
            <a:ahLst/>
            <a:cxnLst/>
            <a:rect l="l" t="t" r="r" b="b"/>
            <a:pathLst>
              <a:path w="1031875" h="6412865">
                <a:moveTo>
                  <a:pt x="0" y="6412611"/>
                </a:moveTo>
                <a:lnTo>
                  <a:pt x="28676" y="6372479"/>
                </a:lnTo>
                <a:lnTo>
                  <a:pt x="54495" y="6335522"/>
                </a:lnTo>
                <a:lnTo>
                  <a:pt x="80022" y="6298438"/>
                </a:lnTo>
                <a:lnTo>
                  <a:pt x="105257" y="6261100"/>
                </a:lnTo>
                <a:lnTo>
                  <a:pt x="130187" y="6223508"/>
                </a:lnTo>
                <a:lnTo>
                  <a:pt x="154813" y="6185789"/>
                </a:lnTo>
                <a:lnTo>
                  <a:pt x="179146" y="6147816"/>
                </a:lnTo>
                <a:lnTo>
                  <a:pt x="203161" y="6109589"/>
                </a:lnTo>
                <a:lnTo>
                  <a:pt x="226885" y="6071235"/>
                </a:lnTo>
                <a:lnTo>
                  <a:pt x="250291" y="6032627"/>
                </a:lnTo>
                <a:lnTo>
                  <a:pt x="273405" y="5993765"/>
                </a:lnTo>
                <a:lnTo>
                  <a:pt x="296189" y="5954776"/>
                </a:lnTo>
                <a:lnTo>
                  <a:pt x="318668" y="5915533"/>
                </a:lnTo>
                <a:lnTo>
                  <a:pt x="340829" y="5876163"/>
                </a:lnTo>
                <a:lnTo>
                  <a:pt x="362686" y="5836539"/>
                </a:lnTo>
                <a:lnTo>
                  <a:pt x="384213" y="5796661"/>
                </a:lnTo>
                <a:lnTo>
                  <a:pt x="405434" y="5756656"/>
                </a:lnTo>
                <a:lnTo>
                  <a:pt x="426326" y="5716397"/>
                </a:lnTo>
                <a:lnTo>
                  <a:pt x="446900" y="5676011"/>
                </a:lnTo>
                <a:lnTo>
                  <a:pt x="467144" y="5635371"/>
                </a:lnTo>
                <a:lnTo>
                  <a:pt x="487057" y="5594604"/>
                </a:lnTo>
                <a:lnTo>
                  <a:pt x="506653" y="5553710"/>
                </a:lnTo>
                <a:lnTo>
                  <a:pt x="525919" y="5512435"/>
                </a:lnTo>
                <a:lnTo>
                  <a:pt x="544842" y="5471160"/>
                </a:lnTo>
                <a:lnTo>
                  <a:pt x="563448" y="5429631"/>
                </a:lnTo>
                <a:lnTo>
                  <a:pt x="581710" y="5387975"/>
                </a:lnTo>
                <a:lnTo>
                  <a:pt x="599643" y="5346065"/>
                </a:lnTo>
                <a:lnTo>
                  <a:pt x="617232" y="5303901"/>
                </a:lnTo>
                <a:lnTo>
                  <a:pt x="634479" y="5261737"/>
                </a:lnTo>
                <a:lnTo>
                  <a:pt x="651395" y="5219319"/>
                </a:lnTo>
                <a:lnTo>
                  <a:pt x="667956" y="5176647"/>
                </a:lnTo>
                <a:lnTo>
                  <a:pt x="684187" y="5133975"/>
                </a:lnTo>
                <a:lnTo>
                  <a:pt x="700062" y="5091049"/>
                </a:lnTo>
                <a:lnTo>
                  <a:pt x="715581" y="5047869"/>
                </a:lnTo>
                <a:lnTo>
                  <a:pt x="730770" y="5004689"/>
                </a:lnTo>
                <a:lnTo>
                  <a:pt x="745591" y="4961255"/>
                </a:lnTo>
                <a:lnTo>
                  <a:pt x="760069" y="4917694"/>
                </a:lnTo>
                <a:lnTo>
                  <a:pt x="774179" y="4873879"/>
                </a:lnTo>
                <a:lnTo>
                  <a:pt x="787946" y="4829937"/>
                </a:lnTo>
                <a:lnTo>
                  <a:pt x="801344" y="4785868"/>
                </a:lnTo>
                <a:lnTo>
                  <a:pt x="814400" y="4741672"/>
                </a:lnTo>
                <a:lnTo>
                  <a:pt x="827074" y="4697349"/>
                </a:lnTo>
                <a:lnTo>
                  <a:pt x="839393" y="4652772"/>
                </a:lnTo>
                <a:lnTo>
                  <a:pt x="851344" y="4608068"/>
                </a:lnTo>
                <a:lnTo>
                  <a:pt x="862939" y="4563237"/>
                </a:lnTo>
                <a:lnTo>
                  <a:pt x="874153" y="4518279"/>
                </a:lnTo>
                <a:lnTo>
                  <a:pt x="884999" y="4473194"/>
                </a:lnTo>
                <a:lnTo>
                  <a:pt x="895477" y="4427982"/>
                </a:lnTo>
                <a:lnTo>
                  <a:pt x="905586" y="4382516"/>
                </a:lnTo>
                <a:lnTo>
                  <a:pt x="915314" y="4337050"/>
                </a:lnTo>
                <a:lnTo>
                  <a:pt x="924661" y="4291330"/>
                </a:lnTo>
                <a:lnTo>
                  <a:pt x="933627" y="4245483"/>
                </a:lnTo>
                <a:lnTo>
                  <a:pt x="942225" y="4199509"/>
                </a:lnTo>
                <a:lnTo>
                  <a:pt x="950429" y="4153408"/>
                </a:lnTo>
                <a:lnTo>
                  <a:pt x="958253" y="4107179"/>
                </a:lnTo>
                <a:lnTo>
                  <a:pt x="965695" y="4060825"/>
                </a:lnTo>
                <a:lnTo>
                  <a:pt x="972743" y="4014342"/>
                </a:lnTo>
                <a:lnTo>
                  <a:pt x="979411" y="3967861"/>
                </a:lnTo>
                <a:lnTo>
                  <a:pt x="985685" y="3921125"/>
                </a:lnTo>
                <a:lnTo>
                  <a:pt x="991565" y="3874262"/>
                </a:lnTo>
                <a:lnTo>
                  <a:pt x="997051" y="3827272"/>
                </a:lnTo>
                <a:lnTo>
                  <a:pt x="1002144" y="3780154"/>
                </a:lnTo>
                <a:lnTo>
                  <a:pt x="1006830" y="3732911"/>
                </a:lnTo>
                <a:lnTo>
                  <a:pt x="1011135" y="3685666"/>
                </a:lnTo>
                <a:lnTo>
                  <a:pt x="1015022" y="3638168"/>
                </a:lnTo>
                <a:lnTo>
                  <a:pt x="1018514" y="3590671"/>
                </a:lnTo>
                <a:lnTo>
                  <a:pt x="1021600" y="3542918"/>
                </a:lnTo>
                <a:lnTo>
                  <a:pt x="1024280" y="3495166"/>
                </a:lnTo>
                <a:lnTo>
                  <a:pt x="1026553" y="3447288"/>
                </a:lnTo>
                <a:lnTo>
                  <a:pt x="1028420" y="3399281"/>
                </a:lnTo>
                <a:lnTo>
                  <a:pt x="1029893" y="3351149"/>
                </a:lnTo>
                <a:lnTo>
                  <a:pt x="1030909" y="3303016"/>
                </a:lnTo>
                <a:lnTo>
                  <a:pt x="1031544" y="3254755"/>
                </a:lnTo>
                <a:lnTo>
                  <a:pt x="1031798" y="3206368"/>
                </a:lnTo>
                <a:lnTo>
                  <a:pt x="1031544" y="3157981"/>
                </a:lnTo>
                <a:lnTo>
                  <a:pt x="1030909" y="3109595"/>
                </a:lnTo>
                <a:lnTo>
                  <a:pt x="1029893" y="3061462"/>
                </a:lnTo>
                <a:lnTo>
                  <a:pt x="1028420" y="3013329"/>
                </a:lnTo>
                <a:lnTo>
                  <a:pt x="1026553" y="2965323"/>
                </a:lnTo>
                <a:lnTo>
                  <a:pt x="1024280" y="2917443"/>
                </a:lnTo>
                <a:lnTo>
                  <a:pt x="1021600" y="2869691"/>
                </a:lnTo>
                <a:lnTo>
                  <a:pt x="1018514" y="2822067"/>
                </a:lnTo>
                <a:lnTo>
                  <a:pt x="1015022" y="2774442"/>
                </a:lnTo>
                <a:lnTo>
                  <a:pt x="1011135" y="2727071"/>
                </a:lnTo>
                <a:lnTo>
                  <a:pt x="1006830" y="2679700"/>
                </a:lnTo>
                <a:lnTo>
                  <a:pt x="1002144" y="2632455"/>
                </a:lnTo>
                <a:lnTo>
                  <a:pt x="997051" y="2585339"/>
                </a:lnTo>
                <a:lnTo>
                  <a:pt x="991565" y="2538476"/>
                </a:lnTo>
                <a:lnTo>
                  <a:pt x="985685" y="2491612"/>
                </a:lnTo>
                <a:lnTo>
                  <a:pt x="979411" y="2444877"/>
                </a:lnTo>
                <a:lnTo>
                  <a:pt x="972743" y="2398268"/>
                </a:lnTo>
                <a:lnTo>
                  <a:pt x="965695" y="2351785"/>
                </a:lnTo>
                <a:lnTo>
                  <a:pt x="958253" y="2305430"/>
                </a:lnTo>
                <a:lnTo>
                  <a:pt x="950429" y="2259203"/>
                </a:lnTo>
                <a:lnTo>
                  <a:pt x="942225" y="2213102"/>
                </a:lnTo>
                <a:lnTo>
                  <a:pt x="933627" y="2167128"/>
                </a:lnTo>
                <a:lnTo>
                  <a:pt x="924661" y="2121280"/>
                </a:lnTo>
                <a:lnTo>
                  <a:pt x="915314" y="2075687"/>
                </a:lnTo>
                <a:lnTo>
                  <a:pt x="905586" y="2030095"/>
                </a:lnTo>
                <a:lnTo>
                  <a:pt x="895477" y="1984755"/>
                </a:lnTo>
                <a:lnTo>
                  <a:pt x="884999" y="1939417"/>
                </a:lnTo>
                <a:lnTo>
                  <a:pt x="874153" y="1894331"/>
                </a:lnTo>
                <a:lnTo>
                  <a:pt x="862939" y="1849374"/>
                </a:lnTo>
                <a:lnTo>
                  <a:pt x="851344" y="1804543"/>
                </a:lnTo>
                <a:lnTo>
                  <a:pt x="839393" y="1759839"/>
                </a:lnTo>
                <a:lnTo>
                  <a:pt x="827074" y="1715261"/>
                </a:lnTo>
                <a:lnTo>
                  <a:pt x="814400" y="1670939"/>
                </a:lnTo>
                <a:lnTo>
                  <a:pt x="801344" y="1626743"/>
                </a:lnTo>
                <a:lnTo>
                  <a:pt x="787946" y="1582674"/>
                </a:lnTo>
                <a:lnTo>
                  <a:pt x="774179" y="1538731"/>
                </a:lnTo>
                <a:lnTo>
                  <a:pt x="760069" y="1495044"/>
                </a:lnTo>
                <a:lnTo>
                  <a:pt x="745591" y="1451355"/>
                </a:lnTo>
                <a:lnTo>
                  <a:pt x="730770" y="1407922"/>
                </a:lnTo>
                <a:lnTo>
                  <a:pt x="715581" y="1364742"/>
                </a:lnTo>
                <a:lnTo>
                  <a:pt x="700062" y="1321689"/>
                </a:lnTo>
                <a:lnTo>
                  <a:pt x="684187" y="1278635"/>
                </a:lnTo>
                <a:lnTo>
                  <a:pt x="667956" y="1235964"/>
                </a:lnTo>
                <a:lnTo>
                  <a:pt x="651395" y="1193292"/>
                </a:lnTo>
                <a:lnTo>
                  <a:pt x="634479" y="1150874"/>
                </a:lnTo>
                <a:lnTo>
                  <a:pt x="617232" y="1108709"/>
                </a:lnTo>
                <a:lnTo>
                  <a:pt x="599643" y="1066673"/>
                </a:lnTo>
                <a:lnTo>
                  <a:pt x="581710" y="1024762"/>
                </a:lnTo>
                <a:lnTo>
                  <a:pt x="563448" y="982979"/>
                </a:lnTo>
                <a:lnTo>
                  <a:pt x="544842" y="941451"/>
                </a:lnTo>
                <a:lnTo>
                  <a:pt x="525919" y="900176"/>
                </a:lnTo>
                <a:lnTo>
                  <a:pt x="506653" y="859027"/>
                </a:lnTo>
                <a:lnTo>
                  <a:pt x="487057" y="818006"/>
                </a:lnTo>
                <a:lnTo>
                  <a:pt x="467144" y="777240"/>
                </a:lnTo>
                <a:lnTo>
                  <a:pt x="446900" y="736600"/>
                </a:lnTo>
                <a:lnTo>
                  <a:pt x="426326" y="696214"/>
                </a:lnTo>
                <a:lnTo>
                  <a:pt x="405434" y="655954"/>
                </a:lnTo>
                <a:lnTo>
                  <a:pt x="384213" y="615950"/>
                </a:lnTo>
                <a:lnTo>
                  <a:pt x="362686" y="576199"/>
                </a:lnTo>
                <a:lnTo>
                  <a:pt x="340829" y="536575"/>
                </a:lnTo>
                <a:lnTo>
                  <a:pt x="318668" y="497077"/>
                </a:lnTo>
                <a:lnTo>
                  <a:pt x="296189" y="457834"/>
                </a:lnTo>
                <a:lnTo>
                  <a:pt x="273405" y="418846"/>
                </a:lnTo>
                <a:lnTo>
                  <a:pt x="250291" y="380110"/>
                </a:lnTo>
                <a:lnTo>
                  <a:pt x="226885" y="341502"/>
                </a:lnTo>
                <a:lnTo>
                  <a:pt x="203161" y="303022"/>
                </a:lnTo>
                <a:lnTo>
                  <a:pt x="179146" y="264795"/>
                </a:lnTo>
                <a:lnTo>
                  <a:pt x="154813" y="226822"/>
                </a:lnTo>
                <a:lnTo>
                  <a:pt x="130187" y="189102"/>
                </a:lnTo>
                <a:lnTo>
                  <a:pt x="105257" y="151510"/>
                </a:lnTo>
                <a:lnTo>
                  <a:pt x="80022" y="114173"/>
                </a:lnTo>
                <a:lnTo>
                  <a:pt x="54495" y="77089"/>
                </a:lnTo>
                <a:lnTo>
                  <a:pt x="28676" y="40258"/>
                </a:lnTo>
                <a:lnTo>
                  <a:pt x="2565" y="3555"/>
                </a:lnTo>
                <a:lnTo>
                  <a:pt x="0" y="0"/>
                </a:lnTo>
              </a:path>
            </a:pathLst>
          </a:custGeom>
          <a:ln w="515112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241" y="341718"/>
            <a:ext cx="4446524" cy="121580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44089" y="1619758"/>
            <a:ext cx="140900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45" dirty="0">
                <a:latin typeface="Cambria"/>
                <a:cs typeface="Cambria"/>
              </a:rPr>
              <a:t>Vel</a:t>
            </a:r>
            <a:r>
              <a:rPr sz="3200" b="1" spc="-195" dirty="0">
                <a:latin typeface="Cambria"/>
                <a:cs typeface="Cambria"/>
              </a:rPr>
              <a:t> </a:t>
            </a:r>
            <a:r>
              <a:rPr sz="3200" b="1" spc="-60" dirty="0">
                <a:latin typeface="Cambria"/>
                <a:cs typeface="Cambria"/>
              </a:rPr>
              <a:t>Tech</a:t>
            </a:r>
            <a:r>
              <a:rPr sz="3200" b="1" spc="-195" dirty="0">
                <a:latin typeface="Cambria"/>
                <a:cs typeface="Cambria"/>
              </a:rPr>
              <a:t> </a:t>
            </a:r>
            <a:r>
              <a:rPr sz="3200" b="1" spc="-20" dirty="0">
                <a:latin typeface="Cambria"/>
                <a:cs typeface="Cambria"/>
              </a:rPr>
              <a:t>Rangarajan</a:t>
            </a:r>
            <a:r>
              <a:rPr sz="3200" b="1" spc="-155" dirty="0">
                <a:latin typeface="Cambria"/>
                <a:cs typeface="Cambria"/>
              </a:rPr>
              <a:t> </a:t>
            </a:r>
            <a:r>
              <a:rPr sz="3200" b="1" spc="-75" dirty="0">
                <a:latin typeface="Cambria"/>
                <a:cs typeface="Cambria"/>
              </a:rPr>
              <a:t>Dr.</a:t>
            </a:r>
            <a:r>
              <a:rPr sz="3200" b="1" spc="-204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Sagunthala</a:t>
            </a:r>
            <a:r>
              <a:rPr sz="3200" b="1" spc="-10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R&amp;D</a:t>
            </a:r>
            <a:r>
              <a:rPr sz="3200" b="1" spc="-16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Institute</a:t>
            </a:r>
            <a:r>
              <a:rPr sz="3200" b="1" spc="-4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12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11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11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1656" y="2105914"/>
            <a:ext cx="4286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spc="-1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spc="-18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35198" y="2492997"/>
            <a:ext cx="12153900" cy="4525598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20320" algn="ctr">
              <a:lnSpc>
                <a:spcPct val="100000"/>
              </a:lnSpc>
              <a:spcBef>
                <a:spcPts val="1390"/>
              </a:spcBef>
            </a:pPr>
            <a:r>
              <a:rPr sz="3200" b="1" spc="-20" dirty="0">
                <a:latin typeface="Cambria"/>
                <a:cs typeface="Cambria"/>
              </a:rPr>
              <a:t>Department</a:t>
            </a:r>
            <a:r>
              <a:rPr sz="3200" b="1" spc="-114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135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Computer</a:t>
            </a:r>
            <a:r>
              <a:rPr sz="3200" b="1" spc="-6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11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13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Engineering</a:t>
            </a:r>
            <a:endParaRPr sz="32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20"/>
              </a:spcBef>
              <a:tabLst>
                <a:tab pos="2484120" algn="l"/>
                <a:tab pos="2816225" algn="l"/>
                <a:tab pos="3891279" algn="l"/>
                <a:tab pos="5290185" algn="l"/>
                <a:tab pos="7947025" algn="l"/>
                <a:tab pos="10938510" algn="l"/>
              </a:tabLst>
            </a:pPr>
            <a:r>
              <a:rPr sz="2800" b="1" spc="175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-50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170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200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16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200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800" b="1" dirty="0">
                <a:solidFill>
                  <a:srgbClr val="0033CC"/>
                </a:solidFill>
                <a:latin typeface="Cambria"/>
                <a:cs typeface="Cambria"/>
              </a:rPr>
              <a:t>	</a:t>
            </a:r>
            <a:r>
              <a:rPr sz="2800" b="1" spc="95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 dirty="0">
              <a:latin typeface="Cambria"/>
              <a:cs typeface="Cambria"/>
            </a:endParaRPr>
          </a:p>
          <a:p>
            <a:pPr marL="31750" algn="ctr">
              <a:lnSpc>
                <a:spcPct val="100000"/>
              </a:lnSpc>
              <a:spcBef>
                <a:spcPts val="157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sz="36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sz="3600" b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IN" sz="3600" b="1" spc="-6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3600" dirty="0">
              <a:latin typeface="Arial"/>
              <a:cs typeface="Arial"/>
            </a:endParaRPr>
          </a:p>
          <a:p>
            <a:pPr marL="26670" algn="ctr">
              <a:lnSpc>
                <a:spcPct val="100000"/>
              </a:lnSpc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lang="en-IN" sz="3600" b="1" dirty="0">
                <a:solidFill>
                  <a:srgbClr val="C00000"/>
                </a:solidFill>
                <a:latin typeface="Arial"/>
                <a:cs typeface="Arial"/>
              </a:rPr>
              <a:t>ate:</a:t>
            </a:r>
            <a:r>
              <a:rPr lang="en-IN" sz="3600" b="1" spc="-5" dirty="0">
                <a:solidFill>
                  <a:srgbClr val="C00000"/>
                </a:solidFill>
                <a:latin typeface="Arial"/>
                <a:cs typeface="Arial"/>
              </a:rPr>
              <a:t> 06-05-2026</a:t>
            </a:r>
            <a:endParaRPr lang="en-IN" sz="3600" dirty="0">
              <a:latin typeface="Arial"/>
              <a:cs typeface="Arial"/>
            </a:endParaRPr>
          </a:p>
          <a:p>
            <a:pPr marL="36830" algn="ctr">
              <a:lnSpc>
                <a:spcPct val="100000"/>
              </a:lnSpc>
              <a:spcBef>
                <a:spcPts val="2210"/>
              </a:spcBef>
            </a:pPr>
            <a:r>
              <a:rPr lang="en-IN" sz="3200" b="1" spc="-45" dirty="0">
                <a:solidFill>
                  <a:srgbClr val="0033CC"/>
                </a:solidFill>
                <a:latin typeface="Arial"/>
                <a:cs typeface="Arial"/>
              </a:rPr>
              <a:t>Smart </a:t>
            </a:r>
            <a:r>
              <a:rPr lang="en-IN" sz="3200" b="1" dirty="0">
                <a:solidFill>
                  <a:srgbClr val="0033CC"/>
                </a:solidFill>
                <a:latin typeface="Arial"/>
                <a:cs typeface="Arial"/>
              </a:rPr>
              <a:t>Campus</a:t>
            </a:r>
            <a:r>
              <a:rPr lang="en-IN" sz="3200" b="1" spc="-9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lang="en-IN" sz="3200" b="1" dirty="0">
                <a:solidFill>
                  <a:srgbClr val="0033CC"/>
                </a:solidFill>
                <a:latin typeface="Arial"/>
                <a:cs typeface="Arial"/>
              </a:rPr>
              <a:t>Event</a:t>
            </a:r>
            <a:r>
              <a:rPr lang="en-IN" sz="3200" b="1" spc="-85" dirty="0">
                <a:solidFill>
                  <a:srgbClr val="0033CC"/>
                </a:solidFill>
                <a:latin typeface="Arial"/>
                <a:cs typeface="Arial"/>
              </a:rPr>
              <a:t> Management System</a:t>
            </a:r>
            <a:endParaRPr lang="en-IN" sz="3200" dirty="0">
              <a:latin typeface="Arial"/>
              <a:cs typeface="Arial"/>
            </a:endParaRPr>
          </a:p>
          <a:p>
            <a:pPr marR="109220" algn="ctr">
              <a:lnSpc>
                <a:spcPct val="100000"/>
              </a:lnSpc>
              <a:spcBef>
                <a:spcPts val="2235"/>
              </a:spcBef>
            </a:pPr>
            <a:r>
              <a:rPr sz="2000" b="1" dirty="0">
                <a:latin typeface="Cambria"/>
                <a:cs typeface="Cambria"/>
              </a:rPr>
              <a:t>SDG</a:t>
            </a:r>
            <a:r>
              <a:rPr sz="2000" b="1" spc="-6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4</a:t>
            </a:r>
            <a:r>
              <a:rPr sz="2000" b="1" spc="-3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–</a:t>
            </a:r>
            <a:r>
              <a:rPr sz="2000" b="1" spc="-5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Quality</a:t>
            </a:r>
            <a:r>
              <a:rPr sz="2000" b="1" spc="-40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Education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1419" y="7732577"/>
            <a:ext cx="8046084" cy="1872307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spc="-10" dirty="0">
                <a:latin typeface="Cambria"/>
                <a:cs typeface="Cambria"/>
              </a:rPr>
              <a:t>Presented</a:t>
            </a:r>
            <a:r>
              <a:rPr sz="3000" b="1" spc="-95" dirty="0">
                <a:latin typeface="Cambria"/>
                <a:cs typeface="Cambria"/>
              </a:rPr>
              <a:t> </a:t>
            </a:r>
            <a:r>
              <a:rPr sz="3000" b="1" spc="-25" dirty="0">
                <a:latin typeface="Cambria"/>
                <a:cs typeface="Cambria"/>
              </a:rPr>
              <a:t>By:</a:t>
            </a:r>
            <a:endParaRPr lang="en-IN" sz="3000" b="1" spc="-25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lang="en-IN" sz="3000" spc="-25" dirty="0">
                <a:latin typeface="Cambria"/>
                <a:cs typeface="Cambria"/>
              </a:rPr>
              <a:t>GOGULA MAHESH</a:t>
            </a:r>
            <a:r>
              <a:rPr sz="3000" dirty="0">
                <a:latin typeface="Cambria"/>
                <a:cs typeface="Cambria"/>
              </a:rPr>
              <a:t>–</a:t>
            </a:r>
            <a:r>
              <a:rPr sz="3000" spc="-105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VTU2</a:t>
            </a:r>
            <a:r>
              <a:rPr lang="en-IN" sz="3000" spc="-10" dirty="0">
                <a:latin typeface="Cambria"/>
                <a:cs typeface="Cambria"/>
              </a:rPr>
              <a:t>5978</a:t>
            </a:r>
            <a:r>
              <a:rPr sz="3000" spc="-3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–</a:t>
            </a:r>
            <a:r>
              <a:rPr sz="3000" spc="-12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Reg.No:</a:t>
            </a:r>
            <a:r>
              <a:rPr sz="3000" spc="-155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23UE</a:t>
            </a:r>
            <a:r>
              <a:rPr lang="en-IN" sz="3000" spc="-10" dirty="0">
                <a:latin typeface="Cambria"/>
                <a:cs typeface="Cambria"/>
              </a:rPr>
              <a:t>CS0189</a:t>
            </a:r>
            <a:r>
              <a:rPr sz="3000" spc="-10" dirty="0">
                <a:latin typeface="Cambria"/>
                <a:cs typeface="Cambria"/>
              </a:rPr>
              <a:t>.</a:t>
            </a:r>
            <a:endParaRPr sz="30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26267" y="7749895"/>
            <a:ext cx="6499733" cy="1397819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Courses</a:t>
            </a:r>
            <a:r>
              <a:rPr sz="3000" b="1" spc="-114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Handling</a:t>
            </a:r>
            <a:r>
              <a:rPr sz="3000" b="1" spc="-114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Faculty: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3000" spc="-70" dirty="0">
                <a:latin typeface="Cambria"/>
                <a:cs typeface="Cambria"/>
              </a:rPr>
              <a:t>D</a:t>
            </a:r>
            <a:r>
              <a:rPr lang="en-IN" sz="3000" spc="-70" dirty="0" err="1">
                <a:latin typeface="Cambria"/>
                <a:cs typeface="Cambria"/>
              </a:rPr>
              <a:t>r.Hafizur</a:t>
            </a:r>
            <a:r>
              <a:rPr lang="en-IN" sz="3000" spc="-70" dirty="0">
                <a:latin typeface="Cambria"/>
                <a:cs typeface="Cambria"/>
              </a:rPr>
              <a:t> </a:t>
            </a:r>
            <a:r>
              <a:rPr lang="en-IN" sz="3000" spc="-70" dirty="0" err="1">
                <a:latin typeface="Cambria"/>
                <a:cs typeface="Cambria"/>
              </a:rPr>
              <a:t>Rahaman</a:t>
            </a:r>
            <a:r>
              <a:rPr lang="en-IN" sz="3000" spc="-70" dirty="0">
                <a:latin typeface="Cambria"/>
                <a:cs typeface="Cambria"/>
              </a:rPr>
              <a:t>-Assistant Professor</a:t>
            </a:r>
            <a:endParaRPr sz="3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7136" y="1950720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0"/>
                </a:moveTo>
                <a:lnTo>
                  <a:pt x="447598" y="2285"/>
                </a:lnTo>
                <a:lnTo>
                  <a:pt x="401180" y="9016"/>
                </a:lnTo>
                <a:lnTo>
                  <a:pt x="356247" y="19811"/>
                </a:lnTo>
                <a:lnTo>
                  <a:pt x="313029" y="34671"/>
                </a:lnTo>
                <a:lnTo>
                  <a:pt x="271703" y="53339"/>
                </a:lnTo>
                <a:lnTo>
                  <a:pt x="232486" y="75564"/>
                </a:lnTo>
                <a:lnTo>
                  <a:pt x="195605" y="101219"/>
                </a:lnTo>
                <a:lnTo>
                  <a:pt x="161239" y="130048"/>
                </a:lnTo>
                <a:lnTo>
                  <a:pt x="129616" y="161671"/>
                </a:lnTo>
                <a:lnTo>
                  <a:pt x="100926" y="196214"/>
                </a:lnTo>
                <a:lnTo>
                  <a:pt x="75399" y="233172"/>
                </a:lnTo>
                <a:lnTo>
                  <a:pt x="53225" y="272541"/>
                </a:lnTo>
                <a:lnTo>
                  <a:pt x="34620" y="313944"/>
                </a:lnTo>
                <a:lnTo>
                  <a:pt x="19786" y="357377"/>
                </a:lnTo>
                <a:lnTo>
                  <a:pt x="8928" y="402335"/>
                </a:lnTo>
                <a:lnTo>
                  <a:pt x="2273" y="448945"/>
                </a:lnTo>
                <a:lnTo>
                  <a:pt x="0" y="496824"/>
                </a:lnTo>
                <a:lnTo>
                  <a:pt x="2273" y="544702"/>
                </a:lnTo>
                <a:lnTo>
                  <a:pt x="8928" y="591184"/>
                </a:lnTo>
                <a:lnTo>
                  <a:pt x="19786" y="636270"/>
                </a:lnTo>
                <a:lnTo>
                  <a:pt x="34620" y="679703"/>
                </a:lnTo>
                <a:lnTo>
                  <a:pt x="53225" y="721105"/>
                </a:lnTo>
                <a:lnTo>
                  <a:pt x="75399" y="760476"/>
                </a:lnTo>
                <a:lnTo>
                  <a:pt x="100926" y="797432"/>
                </a:lnTo>
                <a:lnTo>
                  <a:pt x="129616" y="831976"/>
                </a:lnTo>
                <a:lnTo>
                  <a:pt x="161239" y="863600"/>
                </a:lnTo>
                <a:lnTo>
                  <a:pt x="195605" y="892428"/>
                </a:lnTo>
                <a:lnTo>
                  <a:pt x="232486" y="918082"/>
                </a:lnTo>
                <a:lnTo>
                  <a:pt x="271703" y="940307"/>
                </a:lnTo>
                <a:lnTo>
                  <a:pt x="313029" y="958976"/>
                </a:lnTo>
                <a:lnTo>
                  <a:pt x="356247" y="973835"/>
                </a:lnTo>
                <a:lnTo>
                  <a:pt x="401180" y="984630"/>
                </a:lnTo>
                <a:lnTo>
                  <a:pt x="447598" y="991361"/>
                </a:lnTo>
                <a:lnTo>
                  <a:pt x="495300" y="993648"/>
                </a:lnTo>
                <a:lnTo>
                  <a:pt x="543001" y="991361"/>
                </a:lnTo>
                <a:lnTo>
                  <a:pt x="589407" y="984630"/>
                </a:lnTo>
                <a:lnTo>
                  <a:pt x="634365" y="973835"/>
                </a:lnTo>
                <a:lnTo>
                  <a:pt x="677545" y="958976"/>
                </a:lnTo>
                <a:lnTo>
                  <a:pt x="718947" y="940307"/>
                </a:lnTo>
                <a:lnTo>
                  <a:pt x="758063" y="918082"/>
                </a:lnTo>
                <a:lnTo>
                  <a:pt x="795020" y="892428"/>
                </a:lnTo>
                <a:lnTo>
                  <a:pt x="829310" y="863600"/>
                </a:lnTo>
                <a:lnTo>
                  <a:pt x="860932" y="831976"/>
                </a:lnTo>
                <a:lnTo>
                  <a:pt x="889635" y="797432"/>
                </a:lnTo>
                <a:lnTo>
                  <a:pt x="915162" y="760476"/>
                </a:lnTo>
                <a:lnTo>
                  <a:pt x="937387" y="721105"/>
                </a:lnTo>
                <a:lnTo>
                  <a:pt x="955928" y="679703"/>
                </a:lnTo>
                <a:lnTo>
                  <a:pt x="970788" y="636270"/>
                </a:lnTo>
                <a:lnTo>
                  <a:pt x="981709" y="591184"/>
                </a:lnTo>
                <a:lnTo>
                  <a:pt x="988313" y="544702"/>
                </a:lnTo>
                <a:lnTo>
                  <a:pt x="990600" y="496824"/>
                </a:lnTo>
                <a:lnTo>
                  <a:pt x="988313" y="448945"/>
                </a:lnTo>
                <a:lnTo>
                  <a:pt x="981709" y="402335"/>
                </a:lnTo>
                <a:lnTo>
                  <a:pt x="970788" y="357377"/>
                </a:lnTo>
                <a:lnTo>
                  <a:pt x="955928" y="313944"/>
                </a:lnTo>
                <a:lnTo>
                  <a:pt x="937387" y="272541"/>
                </a:lnTo>
                <a:lnTo>
                  <a:pt x="915162" y="233172"/>
                </a:lnTo>
                <a:lnTo>
                  <a:pt x="889635" y="196214"/>
                </a:lnTo>
                <a:lnTo>
                  <a:pt x="860932" y="161671"/>
                </a:lnTo>
                <a:lnTo>
                  <a:pt x="829310" y="130048"/>
                </a:lnTo>
                <a:lnTo>
                  <a:pt x="795020" y="101219"/>
                </a:lnTo>
                <a:lnTo>
                  <a:pt x="758063" y="75564"/>
                </a:lnTo>
                <a:lnTo>
                  <a:pt x="718947" y="53339"/>
                </a:lnTo>
                <a:lnTo>
                  <a:pt x="677545" y="34671"/>
                </a:lnTo>
                <a:lnTo>
                  <a:pt x="634365" y="19811"/>
                </a:lnTo>
                <a:lnTo>
                  <a:pt x="589407" y="9016"/>
                </a:lnTo>
                <a:lnTo>
                  <a:pt x="543001" y="2285"/>
                </a:lnTo>
                <a:lnTo>
                  <a:pt x="495300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7556" y="2184907"/>
            <a:ext cx="2095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CFC"/>
                </a:solidFill>
                <a:latin typeface="Tahoma"/>
                <a:cs typeface="Tahoma"/>
              </a:rPr>
              <a:t>1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9452" y="444855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7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4" y="481457"/>
                </a:lnTo>
                <a:lnTo>
                  <a:pt x="449198" y="448564"/>
                </a:lnTo>
                <a:lnTo>
                  <a:pt x="474217" y="410464"/>
                </a:lnTo>
                <a:lnTo>
                  <a:pt x="493141" y="367919"/>
                </a:lnTo>
                <a:lnTo>
                  <a:pt x="504951" y="321818"/>
                </a:lnTo>
                <a:lnTo>
                  <a:pt x="509016" y="272796"/>
                </a:lnTo>
                <a:lnTo>
                  <a:pt x="504951" y="223774"/>
                </a:lnTo>
                <a:lnTo>
                  <a:pt x="493141" y="177673"/>
                </a:lnTo>
                <a:lnTo>
                  <a:pt x="474217" y="135128"/>
                </a:lnTo>
                <a:lnTo>
                  <a:pt x="449198" y="97028"/>
                </a:lnTo>
                <a:lnTo>
                  <a:pt x="418464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6279" y="4558410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9452" y="310743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7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4" y="481457"/>
                </a:lnTo>
                <a:lnTo>
                  <a:pt x="449198" y="448564"/>
                </a:lnTo>
                <a:lnTo>
                  <a:pt x="474217" y="410464"/>
                </a:lnTo>
                <a:lnTo>
                  <a:pt x="493141" y="367919"/>
                </a:lnTo>
                <a:lnTo>
                  <a:pt x="504951" y="321818"/>
                </a:lnTo>
                <a:lnTo>
                  <a:pt x="509016" y="272796"/>
                </a:lnTo>
                <a:lnTo>
                  <a:pt x="504951" y="223774"/>
                </a:lnTo>
                <a:lnTo>
                  <a:pt x="493141" y="177673"/>
                </a:lnTo>
                <a:lnTo>
                  <a:pt x="474217" y="135128"/>
                </a:lnTo>
                <a:lnTo>
                  <a:pt x="449198" y="97028"/>
                </a:lnTo>
                <a:lnTo>
                  <a:pt x="418464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2375" y="3216986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 dirty="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9452" y="5116067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7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4" y="481457"/>
                </a:lnTo>
                <a:lnTo>
                  <a:pt x="449198" y="448564"/>
                </a:lnTo>
                <a:lnTo>
                  <a:pt x="474217" y="410464"/>
                </a:lnTo>
                <a:lnTo>
                  <a:pt x="493141" y="367919"/>
                </a:lnTo>
                <a:lnTo>
                  <a:pt x="504951" y="321818"/>
                </a:lnTo>
                <a:lnTo>
                  <a:pt x="509016" y="272796"/>
                </a:lnTo>
                <a:lnTo>
                  <a:pt x="504951" y="223774"/>
                </a:lnTo>
                <a:lnTo>
                  <a:pt x="493141" y="177673"/>
                </a:lnTo>
                <a:lnTo>
                  <a:pt x="474217" y="135128"/>
                </a:lnTo>
                <a:lnTo>
                  <a:pt x="449198" y="97028"/>
                </a:lnTo>
                <a:lnTo>
                  <a:pt x="418464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375" y="522744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9452" y="3777996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62" y="4318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7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7" y="542543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4" y="478789"/>
                </a:lnTo>
                <a:lnTo>
                  <a:pt x="449198" y="446024"/>
                </a:lnTo>
                <a:lnTo>
                  <a:pt x="474217" y="408177"/>
                </a:lnTo>
                <a:lnTo>
                  <a:pt x="493141" y="365887"/>
                </a:lnTo>
                <a:lnTo>
                  <a:pt x="504951" y="320039"/>
                </a:lnTo>
                <a:lnTo>
                  <a:pt x="509016" y="271271"/>
                </a:lnTo>
                <a:lnTo>
                  <a:pt x="504951" y="222503"/>
                </a:lnTo>
                <a:lnTo>
                  <a:pt x="493141" y="176656"/>
                </a:lnTo>
                <a:lnTo>
                  <a:pt x="474217" y="134365"/>
                </a:lnTo>
                <a:lnTo>
                  <a:pt x="449198" y="96519"/>
                </a:lnTo>
                <a:lnTo>
                  <a:pt x="418464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8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2375" y="3887470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9452" y="6457188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4"/>
                </a:lnTo>
                <a:lnTo>
                  <a:pt x="90525" y="63753"/>
                </a:lnTo>
                <a:lnTo>
                  <a:pt x="59855" y="96520"/>
                </a:lnTo>
                <a:lnTo>
                  <a:pt x="34747" y="134365"/>
                </a:lnTo>
                <a:lnTo>
                  <a:pt x="15925" y="176657"/>
                </a:lnTo>
                <a:lnTo>
                  <a:pt x="4102" y="222503"/>
                </a:lnTo>
                <a:lnTo>
                  <a:pt x="0" y="271272"/>
                </a:lnTo>
                <a:lnTo>
                  <a:pt x="4102" y="320039"/>
                </a:lnTo>
                <a:lnTo>
                  <a:pt x="15925" y="365887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7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4" y="478789"/>
                </a:lnTo>
                <a:lnTo>
                  <a:pt x="449198" y="446024"/>
                </a:lnTo>
                <a:lnTo>
                  <a:pt x="474217" y="408177"/>
                </a:lnTo>
                <a:lnTo>
                  <a:pt x="493141" y="365887"/>
                </a:lnTo>
                <a:lnTo>
                  <a:pt x="504951" y="320039"/>
                </a:lnTo>
                <a:lnTo>
                  <a:pt x="509016" y="271272"/>
                </a:lnTo>
                <a:lnTo>
                  <a:pt x="504951" y="222503"/>
                </a:lnTo>
                <a:lnTo>
                  <a:pt x="493141" y="176657"/>
                </a:lnTo>
                <a:lnTo>
                  <a:pt x="474217" y="134365"/>
                </a:lnTo>
                <a:lnTo>
                  <a:pt x="449198" y="96520"/>
                </a:lnTo>
                <a:lnTo>
                  <a:pt x="418464" y="63753"/>
                </a:lnTo>
                <a:lnTo>
                  <a:pt x="383031" y="37084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5423" y="6566992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9452" y="5786628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39"/>
                </a:lnTo>
                <a:lnTo>
                  <a:pt x="15925" y="365887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7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4" y="478789"/>
                </a:lnTo>
                <a:lnTo>
                  <a:pt x="449198" y="446024"/>
                </a:lnTo>
                <a:lnTo>
                  <a:pt x="474217" y="408177"/>
                </a:lnTo>
                <a:lnTo>
                  <a:pt x="493141" y="365887"/>
                </a:lnTo>
                <a:lnTo>
                  <a:pt x="504951" y="320039"/>
                </a:lnTo>
                <a:lnTo>
                  <a:pt x="509016" y="271272"/>
                </a:lnTo>
                <a:lnTo>
                  <a:pt x="504951" y="222504"/>
                </a:lnTo>
                <a:lnTo>
                  <a:pt x="493141" y="176657"/>
                </a:lnTo>
                <a:lnTo>
                  <a:pt x="474217" y="134366"/>
                </a:lnTo>
                <a:lnTo>
                  <a:pt x="449198" y="96520"/>
                </a:lnTo>
                <a:lnTo>
                  <a:pt x="418464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19327" y="589673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9452" y="7124700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7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3"/>
                </a:lnTo>
                <a:lnTo>
                  <a:pt x="90525" y="63754"/>
                </a:lnTo>
                <a:lnTo>
                  <a:pt x="59855" y="96519"/>
                </a:lnTo>
                <a:lnTo>
                  <a:pt x="34747" y="134366"/>
                </a:lnTo>
                <a:lnTo>
                  <a:pt x="15925" y="176656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39"/>
                </a:lnTo>
                <a:lnTo>
                  <a:pt x="15925" y="365887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7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4" y="478789"/>
                </a:lnTo>
                <a:lnTo>
                  <a:pt x="449198" y="446024"/>
                </a:lnTo>
                <a:lnTo>
                  <a:pt x="474217" y="408177"/>
                </a:lnTo>
                <a:lnTo>
                  <a:pt x="493141" y="365887"/>
                </a:lnTo>
                <a:lnTo>
                  <a:pt x="504951" y="320039"/>
                </a:lnTo>
                <a:lnTo>
                  <a:pt x="509016" y="271272"/>
                </a:lnTo>
                <a:lnTo>
                  <a:pt x="504951" y="222504"/>
                </a:lnTo>
                <a:lnTo>
                  <a:pt x="493141" y="176656"/>
                </a:lnTo>
                <a:lnTo>
                  <a:pt x="474217" y="134366"/>
                </a:lnTo>
                <a:lnTo>
                  <a:pt x="449198" y="96519"/>
                </a:lnTo>
                <a:lnTo>
                  <a:pt x="418464" y="63754"/>
                </a:lnTo>
                <a:lnTo>
                  <a:pt x="383031" y="37083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19327" y="7235443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9452" y="779221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7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7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4" y="481457"/>
                </a:lnTo>
                <a:lnTo>
                  <a:pt x="449198" y="448564"/>
                </a:lnTo>
                <a:lnTo>
                  <a:pt x="474217" y="410464"/>
                </a:lnTo>
                <a:lnTo>
                  <a:pt x="493141" y="367919"/>
                </a:lnTo>
                <a:lnTo>
                  <a:pt x="504951" y="321818"/>
                </a:lnTo>
                <a:lnTo>
                  <a:pt x="509016" y="272796"/>
                </a:lnTo>
                <a:lnTo>
                  <a:pt x="504951" y="223774"/>
                </a:lnTo>
                <a:lnTo>
                  <a:pt x="493141" y="177673"/>
                </a:lnTo>
                <a:lnTo>
                  <a:pt x="474217" y="135128"/>
                </a:lnTo>
                <a:lnTo>
                  <a:pt x="449198" y="97028"/>
                </a:lnTo>
                <a:lnTo>
                  <a:pt x="418464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7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19327" y="7903209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3560826" y="219185"/>
            <a:ext cx="11054715" cy="809319"/>
          </a:xfrm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2264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59939" y="2484501"/>
            <a:ext cx="14332585" cy="505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418465" indent="-4572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Academic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institutions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conduct</a:t>
            </a:r>
            <a:r>
              <a:rPr sz="3000" spc="-1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many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workshops,</a:t>
            </a:r>
            <a:r>
              <a:rPr sz="3000" spc="-1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seminars,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technical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events,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cultural </a:t>
            </a:r>
            <a:r>
              <a:rPr sz="3000" dirty="0">
                <a:latin typeface="Times New Roman"/>
                <a:cs typeface="Times New Roman"/>
              </a:rPr>
              <a:t>programs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throughout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year.</a:t>
            </a:r>
            <a:endParaRPr sz="3000" dirty="0">
              <a:latin typeface="Times New Roman"/>
              <a:cs typeface="Times New Roman"/>
            </a:endParaRPr>
          </a:p>
          <a:p>
            <a:pPr marL="469900" marR="5715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many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cases,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announcements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registrations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handled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manually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through </a:t>
            </a:r>
            <a:r>
              <a:rPr sz="3000" dirty="0">
                <a:latin typeface="Times New Roman"/>
                <a:cs typeface="Times New Roman"/>
              </a:rPr>
              <a:t>scattered</a:t>
            </a:r>
            <a:r>
              <a:rPr sz="3000" spc="-1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platforms.</a:t>
            </a:r>
            <a:endParaRPr sz="3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This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creates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confusion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students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extra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administrative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work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coordinators.</a:t>
            </a:r>
            <a:endParaRPr sz="3000" dirty="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centralized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portal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needed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display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events,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registrations,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maintain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records efficiently.</a:t>
            </a:r>
            <a:endParaRPr sz="3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This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project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provides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full-</a:t>
            </a:r>
            <a:r>
              <a:rPr sz="3000" dirty="0">
                <a:latin typeface="Times New Roman"/>
                <a:cs typeface="Times New Roman"/>
              </a:rPr>
              <a:t>stack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web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application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campus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management.</a:t>
            </a:r>
            <a:endParaRPr sz="3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offers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separate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access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students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administrators.</a:t>
            </a:r>
            <a:endParaRPr sz="3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Students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view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register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events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easily.</a:t>
            </a:r>
            <a:endParaRPr sz="3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Admins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create,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manage,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monitor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events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through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secure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dashboard.</a:t>
            </a: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10183" y="2648711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8" y="2286"/>
                </a:lnTo>
                <a:lnTo>
                  <a:pt x="401180" y="8890"/>
                </a:lnTo>
                <a:lnTo>
                  <a:pt x="356247" y="19812"/>
                </a:lnTo>
                <a:lnTo>
                  <a:pt x="313029" y="34671"/>
                </a:lnTo>
                <a:lnTo>
                  <a:pt x="271703" y="53213"/>
                </a:lnTo>
                <a:lnTo>
                  <a:pt x="232486" y="75438"/>
                </a:lnTo>
                <a:lnTo>
                  <a:pt x="195592" y="100965"/>
                </a:lnTo>
                <a:lnTo>
                  <a:pt x="161239" y="129667"/>
                </a:lnTo>
                <a:lnTo>
                  <a:pt x="129616" y="161290"/>
                </a:lnTo>
                <a:lnTo>
                  <a:pt x="100926" y="195580"/>
                </a:lnTo>
                <a:lnTo>
                  <a:pt x="75399" y="232537"/>
                </a:lnTo>
                <a:lnTo>
                  <a:pt x="53225" y="271653"/>
                </a:lnTo>
                <a:lnTo>
                  <a:pt x="34620" y="313055"/>
                </a:lnTo>
                <a:lnTo>
                  <a:pt x="19786" y="356235"/>
                </a:lnTo>
                <a:lnTo>
                  <a:pt x="8928" y="401193"/>
                </a:lnTo>
                <a:lnTo>
                  <a:pt x="2260" y="447548"/>
                </a:lnTo>
                <a:lnTo>
                  <a:pt x="0" y="495300"/>
                </a:lnTo>
                <a:lnTo>
                  <a:pt x="2260" y="543052"/>
                </a:lnTo>
                <a:lnTo>
                  <a:pt x="8928" y="589407"/>
                </a:lnTo>
                <a:lnTo>
                  <a:pt x="19786" y="634365"/>
                </a:lnTo>
                <a:lnTo>
                  <a:pt x="34620" y="677545"/>
                </a:lnTo>
                <a:lnTo>
                  <a:pt x="53225" y="718947"/>
                </a:lnTo>
                <a:lnTo>
                  <a:pt x="75399" y="758063"/>
                </a:lnTo>
                <a:lnTo>
                  <a:pt x="100926" y="795020"/>
                </a:lnTo>
                <a:lnTo>
                  <a:pt x="129616" y="829310"/>
                </a:lnTo>
                <a:lnTo>
                  <a:pt x="161239" y="860933"/>
                </a:lnTo>
                <a:lnTo>
                  <a:pt x="195592" y="889635"/>
                </a:lnTo>
                <a:lnTo>
                  <a:pt x="232486" y="915162"/>
                </a:lnTo>
                <a:lnTo>
                  <a:pt x="271703" y="937387"/>
                </a:lnTo>
                <a:lnTo>
                  <a:pt x="313029" y="955929"/>
                </a:lnTo>
                <a:lnTo>
                  <a:pt x="356247" y="970788"/>
                </a:lnTo>
                <a:lnTo>
                  <a:pt x="401180" y="981710"/>
                </a:lnTo>
                <a:lnTo>
                  <a:pt x="447598" y="988314"/>
                </a:lnTo>
                <a:lnTo>
                  <a:pt x="495300" y="990600"/>
                </a:lnTo>
                <a:lnTo>
                  <a:pt x="543001" y="988314"/>
                </a:lnTo>
                <a:lnTo>
                  <a:pt x="589407" y="981710"/>
                </a:lnTo>
                <a:lnTo>
                  <a:pt x="634365" y="970788"/>
                </a:lnTo>
                <a:lnTo>
                  <a:pt x="677544" y="955929"/>
                </a:lnTo>
                <a:lnTo>
                  <a:pt x="718947" y="937387"/>
                </a:lnTo>
                <a:lnTo>
                  <a:pt x="758063" y="915162"/>
                </a:lnTo>
                <a:lnTo>
                  <a:pt x="795019" y="889635"/>
                </a:lnTo>
                <a:lnTo>
                  <a:pt x="829310" y="860933"/>
                </a:lnTo>
                <a:lnTo>
                  <a:pt x="860932" y="829310"/>
                </a:lnTo>
                <a:lnTo>
                  <a:pt x="889635" y="795020"/>
                </a:lnTo>
                <a:lnTo>
                  <a:pt x="915162" y="758063"/>
                </a:lnTo>
                <a:lnTo>
                  <a:pt x="937386" y="718947"/>
                </a:lnTo>
                <a:lnTo>
                  <a:pt x="955929" y="677545"/>
                </a:lnTo>
                <a:lnTo>
                  <a:pt x="970788" y="634365"/>
                </a:lnTo>
                <a:lnTo>
                  <a:pt x="981710" y="589407"/>
                </a:lnTo>
                <a:lnTo>
                  <a:pt x="988314" y="543052"/>
                </a:lnTo>
                <a:lnTo>
                  <a:pt x="990599" y="495300"/>
                </a:lnTo>
                <a:lnTo>
                  <a:pt x="988314" y="447548"/>
                </a:lnTo>
                <a:lnTo>
                  <a:pt x="981710" y="401193"/>
                </a:lnTo>
                <a:lnTo>
                  <a:pt x="970788" y="356235"/>
                </a:lnTo>
                <a:lnTo>
                  <a:pt x="955929" y="313055"/>
                </a:lnTo>
                <a:lnTo>
                  <a:pt x="937386" y="271653"/>
                </a:lnTo>
                <a:lnTo>
                  <a:pt x="915162" y="232537"/>
                </a:lnTo>
                <a:lnTo>
                  <a:pt x="889635" y="195580"/>
                </a:lnTo>
                <a:lnTo>
                  <a:pt x="860932" y="161290"/>
                </a:lnTo>
                <a:lnTo>
                  <a:pt x="829310" y="129667"/>
                </a:lnTo>
                <a:lnTo>
                  <a:pt x="795019" y="100965"/>
                </a:lnTo>
                <a:lnTo>
                  <a:pt x="758063" y="75438"/>
                </a:lnTo>
                <a:lnTo>
                  <a:pt x="718947" y="53213"/>
                </a:lnTo>
                <a:lnTo>
                  <a:pt x="677544" y="34671"/>
                </a:lnTo>
                <a:lnTo>
                  <a:pt x="634365" y="19812"/>
                </a:lnTo>
                <a:lnTo>
                  <a:pt x="589407" y="8890"/>
                </a:lnTo>
                <a:lnTo>
                  <a:pt x="543001" y="2286"/>
                </a:lnTo>
                <a:lnTo>
                  <a:pt x="495300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90980" y="2881122"/>
            <a:ext cx="2095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CFC"/>
                </a:solidFill>
                <a:latin typeface="Tahoma"/>
                <a:cs typeface="Tahoma"/>
              </a:rPr>
              <a:t>2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2500" y="443026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9632" y="4539488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53160" y="2091944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727" y="5205729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2500" y="3762755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727" y="3873500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 dirty="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1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4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4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1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8775" y="6537197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3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3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3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1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19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2680" y="5871717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2680" y="7204659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22680" y="787311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206375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30" dirty="0"/>
              <a:t> </a:t>
            </a:r>
            <a:r>
              <a:rPr spc="-70" dirty="0"/>
              <a:t>STATEMENT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784094" y="2253183"/>
            <a:ext cx="12254230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942975" indent="-4572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Existing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campus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handling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often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manual,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fragmented,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time- consuming.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sz="3000" spc="-10" dirty="0">
                <a:latin typeface="Times New Roman"/>
                <a:cs typeface="Times New Roman"/>
              </a:rPr>
              <a:t>Students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may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miss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information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face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difficulty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during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registration.</a:t>
            </a:r>
            <a:endParaRPr sz="3000">
              <a:latin typeface="Times New Roman"/>
              <a:cs typeface="Times New Roman"/>
            </a:endParaRPr>
          </a:p>
          <a:p>
            <a:pPr marL="469900" marR="44323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000" spc="-10" dirty="0">
                <a:latin typeface="Times New Roman"/>
                <a:cs typeface="Times New Roman"/>
              </a:rPr>
              <a:t>Administrators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may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struggle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maintain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participant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lists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records accurately.</a:t>
            </a:r>
            <a:endParaRPr sz="3000">
              <a:latin typeface="Times New Roman"/>
              <a:cs typeface="Times New Roman"/>
            </a:endParaRPr>
          </a:p>
          <a:p>
            <a:pPr marL="469900" marR="43434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Manual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methods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lead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duplicate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entries,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data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inconsistency,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poor </a:t>
            </a:r>
            <a:r>
              <a:rPr sz="3000" dirty="0">
                <a:latin typeface="Times New Roman"/>
                <a:cs typeface="Times New Roman"/>
              </a:rPr>
              <a:t>tracking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capacity.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There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no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single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users,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events,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registrations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together.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Hence,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secure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automated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campus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registration</a:t>
            </a:r>
            <a:r>
              <a:rPr sz="3000" spc="-1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portal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1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required.</a:t>
            </a:r>
            <a:endParaRPr sz="3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should</a:t>
            </a:r>
            <a:r>
              <a:rPr sz="3000" spc="-1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simplify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event</a:t>
            </a:r>
            <a:r>
              <a:rPr sz="3000" spc="-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creation,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registration,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monitoring.</a:t>
            </a:r>
            <a:endParaRPr sz="300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1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should</a:t>
            </a:r>
            <a:r>
              <a:rPr sz="3000" spc="-1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improve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efficiency,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accuracy,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12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accessibility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both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students</a:t>
            </a:r>
            <a:r>
              <a:rPr sz="3000" spc="-14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spc="-10" dirty="0">
                <a:latin typeface="Times New Roman"/>
                <a:cs typeface="Times New Roman"/>
              </a:rPr>
              <a:t>admins.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3316223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8" y="2285"/>
                </a:lnTo>
                <a:lnTo>
                  <a:pt x="401180" y="8890"/>
                </a:lnTo>
                <a:lnTo>
                  <a:pt x="356247" y="19811"/>
                </a:lnTo>
                <a:lnTo>
                  <a:pt x="313029" y="34671"/>
                </a:lnTo>
                <a:lnTo>
                  <a:pt x="271703" y="53212"/>
                </a:lnTo>
                <a:lnTo>
                  <a:pt x="232486" y="75437"/>
                </a:lnTo>
                <a:lnTo>
                  <a:pt x="195592" y="100965"/>
                </a:lnTo>
                <a:lnTo>
                  <a:pt x="161239" y="129667"/>
                </a:lnTo>
                <a:lnTo>
                  <a:pt x="129616" y="161290"/>
                </a:lnTo>
                <a:lnTo>
                  <a:pt x="100926" y="195579"/>
                </a:lnTo>
                <a:lnTo>
                  <a:pt x="75399" y="232536"/>
                </a:lnTo>
                <a:lnTo>
                  <a:pt x="53225" y="271652"/>
                </a:lnTo>
                <a:lnTo>
                  <a:pt x="34620" y="313054"/>
                </a:lnTo>
                <a:lnTo>
                  <a:pt x="19786" y="356234"/>
                </a:lnTo>
                <a:lnTo>
                  <a:pt x="8928" y="401193"/>
                </a:lnTo>
                <a:lnTo>
                  <a:pt x="2260" y="447548"/>
                </a:lnTo>
                <a:lnTo>
                  <a:pt x="0" y="495300"/>
                </a:lnTo>
                <a:lnTo>
                  <a:pt x="2260" y="543051"/>
                </a:lnTo>
                <a:lnTo>
                  <a:pt x="8928" y="589406"/>
                </a:lnTo>
                <a:lnTo>
                  <a:pt x="19786" y="634364"/>
                </a:lnTo>
                <a:lnTo>
                  <a:pt x="34620" y="677545"/>
                </a:lnTo>
                <a:lnTo>
                  <a:pt x="53225" y="718947"/>
                </a:lnTo>
                <a:lnTo>
                  <a:pt x="75399" y="758063"/>
                </a:lnTo>
                <a:lnTo>
                  <a:pt x="100926" y="795020"/>
                </a:lnTo>
                <a:lnTo>
                  <a:pt x="129616" y="829310"/>
                </a:lnTo>
                <a:lnTo>
                  <a:pt x="161239" y="860933"/>
                </a:lnTo>
                <a:lnTo>
                  <a:pt x="195592" y="889635"/>
                </a:lnTo>
                <a:lnTo>
                  <a:pt x="232486" y="915162"/>
                </a:lnTo>
                <a:lnTo>
                  <a:pt x="271703" y="937387"/>
                </a:lnTo>
                <a:lnTo>
                  <a:pt x="313029" y="955928"/>
                </a:lnTo>
                <a:lnTo>
                  <a:pt x="356247" y="970788"/>
                </a:lnTo>
                <a:lnTo>
                  <a:pt x="401180" y="981710"/>
                </a:lnTo>
                <a:lnTo>
                  <a:pt x="447598" y="988313"/>
                </a:lnTo>
                <a:lnTo>
                  <a:pt x="495300" y="990600"/>
                </a:lnTo>
                <a:lnTo>
                  <a:pt x="543001" y="988313"/>
                </a:lnTo>
                <a:lnTo>
                  <a:pt x="589407" y="981710"/>
                </a:lnTo>
                <a:lnTo>
                  <a:pt x="634365" y="970788"/>
                </a:lnTo>
                <a:lnTo>
                  <a:pt x="677544" y="955928"/>
                </a:lnTo>
                <a:lnTo>
                  <a:pt x="718947" y="937387"/>
                </a:lnTo>
                <a:lnTo>
                  <a:pt x="758063" y="915162"/>
                </a:lnTo>
                <a:lnTo>
                  <a:pt x="795019" y="889635"/>
                </a:lnTo>
                <a:lnTo>
                  <a:pt x="829310" y="860933"/>
                </a:lnTo>
                <a:lnTo>
                  <a:pt x="860932" y="829310"/>
                </a:lnTo>
                <a:lnTo>
                  <a:pt x="889635" y="795020"/>
                </a:lnTo>
                <a:lnTo>
                  <a:pt x="915162" y="758063"/>
                </a:lnTo>
                <a:lnTo>
                  <a:pt x="937386" y="718947"/>
                </a:lnTo>
                <a:lnTo>
                  <a:pt x="955929" y="677545"/>
                </a:lnTo>
                <a:lnTo>
                  <a:pt x="970788" y="634364"/>
                </a:lnTo>
                <a:lnTo>
                  <a:pt x="981710" y="589406"/>
                </a:lnTo>
                <a:lnTo>
                  <a:pt x="988314" y="543051"/>
                </a:lnTo>
                <a:lnTo>
                  <a:pt x="990599" y="495300"/>
                </a:lnTo>
                <a:lnTo>
                  <a:pt x="988314" y="447548"/>
                </a:lnTo>
                <a:lnTo>
                  <a:pt x="981710" y="401193"/>
                </a:lnTo>
                <a:lnTo>
                  <a:pt x="970788" y="356234"/>
                </a:lnTo>
                <a:lnTo>
                  <a:pt x="955929" y="313054"/>
                </a:lnTo>
                <a:lnTo>
                  <a:pt x="937386" y="271652"/>
                </a:lnTo>
                <a:lnTo>
                  <a:pt x="915162" y="232536"/>
                </a:lnTo>
                <a:lnTo>
                  <a:pt x="889635" y="195579"/>
                </a:lnTo>
                <a:lnTo>
                  <a:pt x="860932" y="161290"/>
                </a:lnTo>
                <a:lnTo>
                  <a:pt x="829310" y="129667"/>
                </a:lnTo>
                <a:lnTo>
                  <a:pt x="795019" y="100965"/>
                </a:lnTo>
                <a:lnTo>
                  <a:pt x="758063" y="75437"/>
                </a:lnTo>
                <a:lnTo>
                  <a:pt x="718947" y="53212"/>
                </a:lnTo>
                <a:lnTo>
                  <a:pt x="677544" y="34671"/>
                </a:lnTo>
                <a:lnTo>
                  <a:pt x="634365" y="19811"/>
                </a:lnTo>
                <a:lnTo>
                  <a:pt x="589407" y="8890"/>
                </a:lnTo>
                <a:lnTo>
                  <a:pt x="543001" y="2285"/>
                </a:lnTo>
                <a:lnTo>
                  <a:pt x="495300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7932" y="3549142"/>
            <a:ext cx="2095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CFC"/>
                </a:solidFill>
                <a:latin typeface="Tahoma"/>
                <a:cs typeface="Tahoma"/>
              </a:rPr>
              <a:t>3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443026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19632" y="4539488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1944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2500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727" y="2758185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1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4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4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1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3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3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3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1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19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205729"/>
            <a:ext cx="149860" cy="2967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4143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OBJECTIVE(S)</a:t>
            </a: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332989" y="2185238"/>
            <a:ext cx="13538200" cy="2708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85470" marR="5080" indent="-57340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585470" algn="l"/>
              </a:tabLst>
            </a:pPr>
            <a:r>
              <a:rPr sz="4400" dirty="0">
                <a:latin typeface="Times New Roman"/>
                <a:cs typeface="Times New Roman"/>
              </a:rPr>
              <a:t>To</a:t>
            </a:r>
            <a:r>
              <a:rPr sz="4400" spc="-17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design</a:t>
            </a:r>
            <a:r>
              <a:rPr sz="4400" spc="-12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and</a:t>
            </a:r>
            <a:r>
              <a:rPr sz="4400" spc="-10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develop</a:t>
            </a:r>
            <a:r>
              <a:rPr sz="4400" spc="-13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</a:t>
            </a:r>
            <a:r>
              <a:rPr sz="4400" spc="-110" dirty="0">
                <a:latin typeface="Times New Roman"/>
                <a:cs typeface="Times New Roman"/>
              </a:rPr>
              <a:t> </a:t>
            </a:r>
            <a:r>
              <a:rPr sz="4400" spc="-15" dirty="0">
                <a:latin typeface="Times New Roman"/>
                <a:cs typeface="Times New Roman"/>
              </a:rPr>
              <a:t>role-</a:t>
            </a:r>
            <a:r>
              <a:rPr sz="4400" dirty="0">
                <a:latin typeface="Times New Roman"/>
                <a:cs typeface="Times New Roman"/>
              </a:rPr>
              <a:t>based</a:t>
            </a:r>
            <a:r>
              <a:rPr sz="4400" spc="-14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web</a:t>
            </a:r>
            <a:r>
              <a:rPr sz="4400" spc="-12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portal</a:t>
            </a:r>
            <a:r>
              <a:rPr sz="4400" spc="-14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for</a:t>
            </a:r>
            <a:r>
              <a:rPr sz="4400" spc="-114" dirty="0">
                <a:latin typeface="Times New Roman"/>
                <a:cs typeface="Times New Roman"/>
              </a:rPr>
              <a:t> </a:t>
            </a:r>
            <a:r>
              <a:rPr sz="4400" spc="-10" dirty="0">
                <a:latin typeface="Times New Roman"/>
                <a:cs typeface="Times New Roman"/>
              </a:rPr>
              <a:t>campus </a:t>
            </a:r>
            <a:r>
              <a:rPr sz="4400" dirty="0">
                <a:latin typeface="Times New Roman"/>
                <a:cs typeface="Times New Roman"/>
              </a:rPr>
              <a:t>event</a:t>
            </a:r>
            <a:r>
              <a:rPr sz="4400" spc="-16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management</a:t>
            </a:r>
            <a:r>
              <a:rPr sz="4400" spc="-10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and</a:t>
            </a:r>
            <a:r>
              <a:rPr sz="4400" spc="-15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student</a:t>
            </a:r>
            <a:r>
              <a:rPr sz="4400" spc="-155" dirty="0">
                <a:latin typeface="Times New Roman"/>
                <a:cs typeface="Times New Roman"/>
              </a:rPr>
              <a:t> </a:t>
            </a:r>
            <a:r>
              <a:rPr sz="4400" spc="-10" dirty="0">
                <a:latin typeface="Times New Roman"/>
                <a:cs typeface="Times New Roman"/>
              </a:rPr>
              <a:t>registration.</a:t>
            </a:r>
            <a:endParaRPr sz="4400">
              <a:latin typeface="Times New Roman"/>
              <a:cs typeface="Times New Roman"/>
            </a:endParaRPr>
          </a:p>
          <a:p>
            <a:pPr marL="585470" marR="440055" indent="-573405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4400" spc="-50" dirty="0">
                <a:latin typeface="Times New Roman"/>
                <a:cs typeface="Times New Roman"/>
              </a:rPr>
              <a:t>To</a:t>
            </a:r>
            <a:r>
              <a:rPr sz="4400" spc="-21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implement</a:t>
            </a:r>
            <a:r>
              <a:rPr sz="4400" spc="-9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secure</a:t>
            </a:r>
            <a:r>
              <a:rPr sz="4400" spc="-17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authentication</a:t>
            </a:r>
            <a:r>
              <a:rPr sz="4400" spc="-16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and</a:t>
            </a:r>
            <a:r>
              <a:rPr sz="4400" spc="-155" dirty="0">
                <a:latin typeface="Times New Roman"/>
                <a:cs typeface="Times New Roman"/>
              </a:rPr>
              <a:t> </a:t>
            </a:r>
            <a:r>
              <a:rPr sz="4400" spc="-35" dirty="0">
                <a:latin typeface="Times New Roman"/>
                <a:cs typeface="Times New Roman"/>
              </a:rPr>
              <a:t>database-</a:t>
            </a:r>
            <a:r>
              <a:rPr sz="4400" spc="-10" dirty="0">
                <a:latin typeface="Times New Roman"/>
                <a:cs typeface="Times New Roman"/>
              </a:rPr>
              <a:t>driven </a:t>
            </a:r>
            <a:r>
              <a:rPr sz="4400" dirty="0">
                <a:latin typeface="Times New Roman"/>
                <a:cs typeface="Times New Roman"/>
              </a:rPr>
              <a:t>tracking</a:t>
            </a:r>
            <a:r>
              <a:rPr sz="4400" spc="-14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of</a:t>
            </a:r>
            <a:r>
              <a:rPr sz="4400" spc="-10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users,</a:t>
            </a:r>
            <a:r>
              <a:rPr sz="4400" spc="-105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events,</a:t>
            </a:r>
            <a:r>
              <a:rPr sz="4400" spc="-140" dirty="0">
                <a:latin typeface="Times New Roman"/>
                <a:cs typeface="Times New Roman"/>
              </a:rPr>
              <a:t> </a:t>
            </a:r>
            <a:r>
              <a:rPr sz="4400" dirty="0">
                <a:latin typeface="Times New Roman"/>
                <a:cs typeface="Times New Roman"/>
              </a:rPr>
              <a:t>and</a:t>
            </a:r>
            <a:r>
              <a:rPr sz="4400" spc="-105" dirty="0">
                <a:latin typeface="Times New Roman"/>
                <a:cs typeface="Times New Roman"/>
              </a:rPr>
              <a:t> </a:t>
            </a:r>
            <a:r>
              <a:rPr sz="4400" spc="-10" dirty="0">
                <a:latin typeface="Times New Roman"/>
                <a:cs typeface="Times New Roman"/>
              </a:rPr>
              <a:t>registrations.</a:t>
            </a:r>
            <a:endParaRPr sz="4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3983735"/>
            <a:ext cx="990600" cy="990600"/>
          </a:xfrm>
          <a:custGeom>
            <a:avLst/>
            <a:gdLst/>
            <a:ahLst/>
            <a:cxnLst/>
            <a:rect l="l" t="t" r="r" b="b"/>
            <a:pathLst>
              <a:path w="990600" h="990600">
                <a:moveTo>
                  <a:pt x="495300" y="0"/>
                </a:moveTo>
                <a:lnTo>
                  <a:pt x="447598" y="2286"/>
                </a:lnTo>
                <a:lnTo>
                  <a:pt x="401180" y="8889"/>
                </a:lnTo>
                <a:lnTo>
                  <a:pt x="356247" y="19812"/>
                </a:lnTo>
                <a:lnTo>
                  <a:pt x="313029" y="34671"/>
                </a:lnTo>
                <a:lnTo>
                  <a:pt x="271703" y="53212"/>
                </a:lnTo>
                <a:lnTo>
                  <a:pt x="232486" y="75437"/>
                </a:lnTo>
                <a:lnTo>
                  <a:pt x="195592" y="100964"/>
                </a:lnTo>
                <a:lnTo>
                  <a:pt x="161239" y="129666"/>
                </a:lnTo>
                <a:lnTo>
                  <a:pt x="129616" y="161289"/>
                </a:lnTo>
                <a:lnTo>
                  <a:pt x="100926" y="195579"/>
                </a:lnTo>
                <a:lnTo>
                  <a:pt x="75399" y="232537"/>
                </a:lnTo>
                <a:lnTo>
                  <a:pt x="53225" y="271652"/>
                </a:lnTo>
                <a:lnTo>
                  <a:pt x="34620" y="313054"/>
                </a:lnTo>
                <a:lnTo>
                  <a:pt x="19786" y="356235"/>
                </a:lnTo>
                <a:lnTo>
                  <a:pt x="8928" y="401192"/>
                </a:lnTo>
                <a:lnTo>
                  <a:pt x="2260" y="447548"/>
                </a:lnTo>
                <a:lnTo>
                  <a:pt x="0" y="495300"/>
                </a:lnTo>
                <a:lnTo>
                  <a:pt x="2260" y="543051"/>
                </a:lnTo>
                <a:lnTo>
                  <a:pt x="8928" y="589406"/>
                </a:lnTo>
                <a:lnTo>
                  <a:pt x="19786" y="634364"/>
                </a:lnTo>
                <a:lnTo>
                  <a:pt x="34620" y="677544"/>
                </a:lnTo>
                <a:lnTo>
                  <a:pt x="53225" y="718947"/>
                </a:lnTo>
                <a:lnTo>
                  <a:pt x="75399" y="758063"/>
                </a:lnTo>
                <a:lnTo>
                  <a:pt x="100926" y="795019"/>
                </a:lnTo>
                <a:lnTo>
                  <a:pt x="129616" y="829310"/>
                </a:lnTo>
                <a:lnTo>
                  <a:pt x="161239" y="860933"/>
                </a:lnTo>
                <a:lnTo>
                  <a:pt x="195592" y="889635"/>
                </a:lnTo>
                <a:lnTo>
                  <a:pt x="232486" y="915162"/>
                </a:lnTo>
                <a:lnTo>
                  <a:pt x="271703" y="937387"/>
                </a:lnTo>
                <a:lnTo>
                  <a:pt x="313029" y="955928"/>
                </a:lnTo>
                <a:lnTo>
                  <a:pt x="356247" y="970788"/>
                </a:lnTo>
                <a:lnTo>
                  <a:pt x="401180" y="981710"/>
                </a:lnTo>
                <a:lnTo>
                  <a:pt x="447598" y="988313"/>
                </a:lnTo>
                <a:lnTo>
                  <a:pt x="495300" y="990600"/>
                </a:lnTo>
                <a:lnTo>
                  <a:pt x="543001" y="988313"/>
                </a:lnTo>
                <a:lnTo>
                  <a:pt x="589407" y="981710"/>
                </a:lnTo>
                <a:lnTo>
                  <a:pt x="634365" y="970788"/>
                </a:lnTo>
                <a:lnTo>
                  <a:pt x="677544" y="955928"/>
                </a:lnTo>
                <a:lnTo>
                  <a:pt x="718947" y="937387"/>
                </a:lnTo>
                <a:lnTo>
                  <a:pt x="758063" y="915162"/>
                </a:lnTo>
                <a:lnTo>
                  <a:pt x="795019" y="889635"/>
                </a:lnTo>
                <a:lnTo>
                  <a:pt x="829310" y="860933"/>
                </a:lnTo>
                <a:lnTo>
                  <a:pt x="860932" y="829310"/>
                </a:lnTo>
                <a:lnTo>
                  <a:pt x="889635" y="795019"/>
                </a:lnTo>
                <a:lnTo>
                  <a:pt x="915162" y="758063"/>
                </a:lnTo>
                <a:lnTo>
                  <a:pt x="937386" y="718947"/>
                </a:lnTo>
                <a:lnTo>
                  <a:pt x="955929" y="677544"/>
                </a:lnTo>
                <a:lnTo>
                  <a:pt x="970788" y="634364"/>
                </a:lnTo>
                <a:lnTo>
                  <a:pt x="981710" y="589406"/>
                </a:lnTo>
                <a:lnTo>
                  <a:pt x="988314" y="543051"/>
                </a:lnTo>
                <a:lnTo>
                  <a:pt x="990599" y="495300"/>
                </a:lnTo>
                <a:lnTo>
                  <a:pt x="988314" y="447548"/>
                </a:lnTo>
                <a:lnTo>
                  <a:pt x="981710" y="401192"/>
                </a:lnTo>
                <a:lnTo>
                  <a:pt x="970788" y="356235"/>
                </a:lnTo>
                <a:lnTo>
                  <a:pt x="955929" y="313054"/>
                </a:lnTo>
                <a:lnTo>
                  <a:pt x="937386" y="271652"/>
                </a:lnTo>
                <a:lnTo>
                  <a:pt x="915162" y="232537"/>
                </a:lnTo>
                <a:lnTo>
                  <a:pt x="889635" y="195579"/>
                </a:lnTo>
                <a:lnTo>
                  <a:pt x="860932" y="161289"/>
                </a:lnTo>
                <a:lnTo>
                  <a:pt x="829310" y="129666"/>
                </a:lnTo>
                <a:lnTo>
                  <a:pt x="795019" y="100964"/>
                </a:lnTo>
                <a:lnTo>
                  <a:pt x="758063" y="75437"/>
                </a:lnTo>
                <a:lnTo>
                  <a:pt x="718947" y="53212"/>
                </a:lnTo>
                <a:lnTo>
                  <a:pt x="677544" y="34671"/>
                </a:lnTo>
                <a:lnTo>
                  <a:pt x="634365" y="19812"/>
                </a:lnTo>
                <a:lnTo>
                  <a:pt x="589407" y="8889"/>
                </a:lnTo>
                <a:lnTo>
                  <a:pt x="543001" y="2286"/>
                </a:lnTo>
                <a:lnTo>
                  <a:pt x="495300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8788" y="4217035"/>
            <a:ext cx="2095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CFC"/>
                </a:solidFill>
                <a:latin typeface="Tahoma"/>
                <a:cs typeface="Tahoma"/>
              </a:rPr>
              <a:t>4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3317747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3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89"/>
                </a:lnTo>
                <a:lnTo>
                  <a:pt x="449199" y="446024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26078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198272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1944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" y="5094732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727" y="5205729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2500" y="2650235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5727" y="2758185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2500" y="64267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1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4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4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1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2500" y="5762244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3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3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3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1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19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2680" y="5871717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2500" y="7094219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3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3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3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3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2500" y="776173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2680" y="6537197"/>
            <a:ext cx="149860" cy="1626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25571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PROPOSED</a:t>
            </a:r>
            <a:r>
              <a:rPr spc="-265" dirty="0"/>
              <a:t> </a:t>
            </a:r>
            <a:r>
              <a:rPr spc="-10" dirty="0"/>
              <a:t>SYSTEM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450973" y="2212085"/>
            <a:ext cx="12701270" cy="3928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proposed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Times New Roman"/>
                <a:cs typeface="Times New Roman"/>
              </a:rPr>
              <a:t>web-</a:t>
            </a:r>
            <a:r>
              <a:rPr sz="3200" dirty="0">
                <a:latin typeface="Times New Roman"/>
                <a:cs typeface="Times New Roman"/>
              </a:rPr>
              <a:t>based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campus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registration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portal.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separate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student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admin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login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modules.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Students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view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available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events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register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them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online.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Admins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create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new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events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delete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outdated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events.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validates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login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credentials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controls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access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using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roles.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prevents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duplicate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registrations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checks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participant</a:t>
            </a:r>
            <a:r>
              <a:rPr sz="3200" spc="-1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capacity.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All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stored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MySQL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database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consistency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reliability.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This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reduces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manual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work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improves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overall</a:t>
            </a:r>
            <a:r>
              <a:rPr sz="3200" spc="-1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1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coordination.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4654296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0"/>
                </a:moveTo>
                <a:lnTo>
                  <a:pt x="447598" y="2286"/>
                </a:lnTo>
                <a:lnTo>
                  <a:pt x="401180" y="9016"/>
                </a:lnTo>
                <a:lnTo>
                  <a:pt x="356247" y="19812"/>
                </a:lnTo>
                <a:lnTo>
                  <a:pt x="313029" y="34670"/>
                </a:lnTo>
                <a:lnTo>
                  <a:pt x="271703" y="53339"/>
                </a:lnTo>
                <a:lnTo>
                  <a:pt x="232486" y="75564"/>
                </a:lnTo>
                <a:lnTo>
                  <a:pt x="195592" y="101218"/>
                </a:lnTo>
                <a:lnTo>
                  <a:pt x="161239" y="130048"/>
                </a:lnTo>
                <a:lnTo>
                  <a:pt x="129616" y="161670"/>
                </a:lnTo>
                <a:lnTo>
                  <a:pt x="100926" y="196214"/>
                </a:lnTo>
                <a:lnTo>
                  <a:pt x="75399" y="233171"/>
                </a:lnTo>
                <a:lnTo>
                  <a:pt x="53225" y="272541"/>
                </a:lnTo>
                <a:lnTo>
                  <a:pt x="34620" y="313943"/>
                </a:lnTo>
                <a:lnTo>
                  <a:pt x="19786" y="357377"/>
                </a:lnTo>
                <a:lnTo>
                  <a:pt x="8928" y="402336"/>
                </a:lnTo>
                <a:lnTo>
                  <a:pt x="2260" y="448944"/>
                </a:lnTo>
                <a:lnTo>
                  <a:pt x="0" y="496824"/>
                </a:lnTo>
                <a:lnTo>
                  <a:pt x="2260" y="544702"/>
                </a:lnTo>
                <a:lnTo>
                  <a:pt x="8928" y="591184"/>
                </a:lnTo>
                <a:lnTo>
                  <a:pt x="19786" y="636269"/>
                </a:lnTo>
                <a:lnTo>
                  <a:pt x="34620" y="679703"/>
                </a:lnTo>
                <a:lnTo>
                  <a:pt x="53225" y="721105"/>
                </a:lnTo>
                <a:lnTo>
                  <a:pt x="75399" y="760476"/>
                </a:lnTo>
                <a:lnTo>
                  <a:pt x="100926" y="797432"/>
                </a:lnTo>
                <a:lnTo>
                  <a:pt x="129616" y="831976"/>
                </a:lnTo>
                <a:lnTo>
                  <a:pt x="161239" y="863600"/>
                </a:lnTo>
                <a:lnTo>
                  <a:pt x="195592" y="892428"/>
                </a:lnTo>
                <a:lnTo>
                  <a:pt x="232486" y="918082"/>
                </a:lnTo>
                <a:lnTo>
                  <a:pt x="271703" y="940307"/>
                </a:lnTo>
                <a:lnTo>
                  <a:pt x="313029" y="958976"/>
                </a:lnTo>
                <a:lnTo>
                  <a:pt x="356247" y="973836"/>
                </a:lnTo>
                <a:lnTo>
                  <a:pt x="401180" y="984630"/>
                </a:lnTo>
                <a:lnTo>
                  <a:pt x="447598" y="991362"/>
                </a:lnTo>
                <a:lnTo>
                  <a:pt x="495300" y="993648"/>
                </a:lnTo>
                <a:lnTo>
                  <a:pt x="543001" y="991362"/>
                </a:lnTo>
                <a:lnTo>
                  <a:pt x="589407" y="984630"/>
                </a:lnTo>
                <a:lnTo>
                  <a:pt x="634365" y="973836"/>
                </a:lnTo>
                <a:lnTo>
                  <a:pt x="677544" y="958976"/>
                </a:lnTo>
                <a:lnTo>
                  <a:pt x="718947" y="940307"/>
                </a:lnTo>
                <a:lnTo>
                  <a:pt x="758063" y="918082"/>
                </a:lnTo>
                <a:lnTo>
                  <a:pt x="795019" y="892428"/>
                </a:lnTo>
                <a:lnTo>
                  <a:pt x="829310" y="863600"/>
                </a:lnTo>
                <a:lnTo>
                  <a:pt x="860932" y="831976"/>
                </a:lnTo>
                <a:lnTo>
                  <a:pt x="889635" y="797432"/>
                </a:lnTo>
                <a:lnTo>
                  <a:pt x="915162" y="760476"/>
                </a:lnTo>
                <a:lnTo>
                  <a:pt x="937386" y="721105"/>
                </a:lnTo>
                <a:lnTo>
                  <a:pt x="955929" y="679703"/>
                </a:lnTo>
                <a:lnTo>
                  <a:pt x="970788" y="636269"/>
                </a:lnTo>
                <a:lnTo>
                  <a:pt x="981710" y="591184"/>
                </a:lnTo>
                <a:lnTo>
                  <a:pt x="988314" y="544702"/>
                </a:lnTo>
                <a:lnTo>
                  <a:pt x="990599" y="496824"/>
                </a:lnTo>
                <a:lnTo>
                  <a:pt x="988314" y="448944"/>
                </a:lnTo>
                <a:lnTo>
                  <a:pt x="981710" y="402336"/>
                </a:lnTo>
                <a:lnTo>
                  <a:pt x="970788" y="357377"/>
                </a:lnTo>
                <a:lnTo>
                  <a:pt x="955929" y="313943"/>
                </a:lnTo>
                <a:lnTo>
                  <a:pt x="937386" y="272541"/>
                </a:lnTo>
                <a:lnTo>
                  <a:pt x="915162" y="233171"/>
                </a:lnTo>
                <a:lnTo>
                  <a:pt x="889635" y="196214"/>
                </a:lnTo>
                <a:lnTo>
                  <a:pt x="860932" y="161670"/>
                </a:lnTo>
                <a:lnTo>
                  <a:pt x="829310" y="130048"/>
                </a:lnTo>
                <a:lnTo>
                  <a:pt x="795019" y="101218"/>
                </a:lnTo>
                <a:lnTo>
                  <a:pt x="758063" y="75564"/>
                </a:lnTo>
                <a:lnTo>
                  <a:pt x="718947" y="53339"/>
                </a:lnTo>
                <a:lnTo>
                  <a:pt x="677544" y="34670"/>
                </a:lnTo>
                <a:lnTo>
                  <a:pt x="634365" y="19812"/>
                </a:lnTo>
                <a:lnTo>
                  <a:pt x="589407" y="9016"/>
                </a:lnTo>
                <a:lnTo>
                  <a:pt x="543001" y="2286"/>
                </a:lnTo>
                <a:lnTo>
                  <a:pt x="495300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2004" y="4889754"/>
            <a:ext cx="53848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dirty="0">
                <a:solidFill>
                  <a:srgbClr val="FFFCFC"/>
                </a:solidFill>
                <a:latin typeface="Tahoma"/>
                <a:cs typeface="Tahoma"/>
              </a:rPr>
              <a:t>5</a:t>
            </a:r>
            <a:r>
              <a:rPr sz="2650" spc="155" dirty="0">
                <a:solidFill>
                  <a:srgbClr val="FFFCFC"/>
                </a:solidFill>
                <a:latin typeface="Tahoma"/>
                <a:cs typeface="Tahoma"/>
              </a:rPr>
              <a:t> </a:t>
            </a:r>
            <a:r>
              <a:rPr sz="2650" spc="-50" dirty="0">
                <a:solidFill>
                  <a:srgbClr val="FFFCFC"/>
                </a:solidFill>
                <a:latin typeface="Tahoma"/>
                <a:cs typeface="Tahoma"/>
              </a:rPr>
              <a:t>A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3320796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2500" y="1988820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20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2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4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2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20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2500" y="39883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1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4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4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1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2500" y="265328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19632" y="2096770"/>
            <a:ext cx="177165" cy="2297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2500" y="643280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52500" y="576529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2500" y="70911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3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3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1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19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2500" y="775868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2680" y="5876289"/>
            <a:ext cx="149860" cy="2285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 dirty="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7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 dirty="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PROPOSED</a:t>
            </a:r>
            <a:r>
              <a:rPr spc="-220" dirty="0"/>
              <a:t> </a:t>
            </a:r>
            <a:r>
              <a:rPr spc="-25" dirty="0"/>
              <a:t>SYSTEM</a:t>
            </a:r>
            <a:r>
              <a:rPr spc="-295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6FF274A-9E4A-754A-FBF5-A332F12FE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988820"/>
            <a:ext cx="14630400" cy="63127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0183" y="4654296"/>
            <a:ext cx="990600" cy="993775"/>
          </a:xfrm>
          <a:custGeom>
            <a:avLst/>
            <a:gdLst/>
            <a:ahLst/>
            <a:cxnLst/>
            <a:rect l="l" t="t" r="r" b="b"/>
            <a:pathLst>
              <a:path w="990600" h="993775">
                <a:moveTo>
                  <a:pt x="495300" y="0"/>
                </a:moveTo>
                <a:lnTo>
                  <a:pt x="447598" y="2286"/>
                </a:lnTo>
                <a:lnTo>
                  <a:pt x="401180" y="9016"/>
                </a:lnTo>
                <a:lnTo>
                  <a:pt x="356247" y="19812"/>
                </a:lnTo>
                <a:lnTo>
                  <a:pt x="313029" y="34670"/>
                </a:lnTo>
                <a:lnTo>
                  <a:pt x="271703" y="53339"/>
                </a:lnTo>
                <a:lnTo>
                  <a:pt x="232486" y="75564"/>
                </a:lnTo>
                <a:lnTo>
                  <a:pt x="195592" y="101218"/>
                </a:lnTo>
                <a:lnTo>
                  <a:pt x="161239" y="130048"/>
                </a:lnTo>
                <a:lnTo>
                  <a:pt x="129616" y="161670"/>
                </a:lnTo>
                <a:lnTo>
                  <a:pt x="100926" y="196214"/>
                </a:lnTo>
                <a:lnTo>
                  <a:pt x="75399" y="233171"/>
                </a:lnTo>
                <a:lnTo>
                  <a:pt x="53225" y="272541"/>
                </a:lnTo>
                <a:lnTo>
                  <a:pt x="34620" y="313943"/>
                </a:lnTo>
                <a:lnTo>
                  <a:pt x="19786" y="357377"/>
                </a:lnTo>
                <a:lnTo>
                  <a:pt x="8928" y="402336"/>
                </a:lnTo>
                <a:lnTo>
                  <a:pt x="2260" y="448944"/>
                </a:lnTo>
                <a:lnTo>
                  <a:pt x="0" y="496824"/>
                </a:lnTo>
                <a:lnTo>
                  <a:pt x="2260" y="544702"/>
                </a:lnTo>
                <a:lnTo>
                  <a:pt x="8928" y="591184"/>
                </a:lnTo>
                <a:lnTo>
                  <a:pt x="19786" y="636269"/>
                </a:lnTo>
                <a:lnTo>
                  <a:pt x="34620" y="679703"/>
                </a:lnTo>
                <a:lnTo>
                  <a:pt x="53225" y="721105"/>
                </a:lnTo>
                <a:lnTo>
                  <a:pt x="75399" y="760476"/>
                </a:lnTo>
                <a:lnTo>
                  <a:pt x="100926" y="797432"/>
                </a:lnTo>
                <a:lnTo>
                  <a:pt x="129616" y="831976"/>
                </a:lnTo>
                <a:lnTo>
                  <a:pt x="161239" y="863600"/>
                </a:lnTo>
                <a:lnTo>
                  <a:pt x="195592" y="892428"/>
                </a:lnTo>
                <a:lnTo>
                  <a:pt x="232486" y="918082"/>
                </a:lnTo>
                <a:lnTo>
                  <a:pt x="271703" y="940307"/>
                </a:lnTo>
                <a:lnTo>
                  <a:pt x="313029" y="958976"/>
                </a:lnTo>
                <a:lnTo>
                  <a:pt x="356247" y="973836"/>
                </a:lnTo>
                <a:lnTo>
                  <a:pt x="401180" y="984630"/>
                </a:lnTo>
                <a:lnTo>
                  <a:pt x="447598" y="991362"/>
                </a:lnTo>
                <a:lnTo>
                  <a:pt x="495300" y="993648"/>
                </a:lnTo>
                <a:lnTo>
                  <a:pt x="543001" y="991362"/>
                </a:lnTo>
                <a:lnTo>
                  <a:pt x="589407" y="984630"/>
                </a:lnTo>
                <a:lnTo>
                  <a:pt x="634365" y="973836"/>
                </a:lnTo>
                <a:lnTo>
                  <a:pt x="677544" y="958976"/>
                </a:lnTo>
                <a:lnTo>
                  <a:pt x="718947" y="940307"/>
                </a:lnTo>
                <a:lnTo>
                  <a:pt x="758063" y="918082"/>
                </a:lnTo>
                <a:lnTo>
                  <a:pt x="795019" y="892428"/>
                </a:lnTo>
                <a:lnTo>
                  <a:pt x="829310" y="863600"/>
                </a:lnTo>
                <a:lnTo>
                  <a:pt x="860932" y="831976"/>
                </a:lnTo>
                <a:lnTo>
                  <a:pt x="889635" y="797432"/>
                </a:lnTo>
                <a:lnTo>
                  <a:pt x="915162" y="760476"/>
                </a:lnTo>
                <a:lnTo>
                  <a:pt x="937386" y="721105"/>
                </a:lnTo>
                <a:lnTo>
                  <a:pt x="955929" y="679703"/>
                </a:lnTo>
                <a:lnTo>
                  <a:pt x="970788" y="636269"/>
                </a:lnTo>
                <a:lnTo>
                  <a:pt x="981710" y="591184"/>
                </a:lnTo>
                <a:lnTo>
                  <a:pt x="988314" y="544702"/>
                </a:lnTo>
                <a:lnTo>
                  <a:pt x="990599" y="496824"/>
                </a:lnTo>
                <a:lnTo>
                  <a:pt x="988314" y="448944"/>
                </a:lnTo>
                <a:lnTo>
                  <a:pt x="981710" y="402336"/>
                </a:lnTo>
                <a:lnTo>
                  <a:pt x="970788" y="357377"/>
                </a:lnTo>
                <a:lnTo>
                  <a:pt x="955929" y="313943"/>
                </a:lnTo>
                <a:lnTo>
                  <a:pt x="937386" y="272541"/>
                </a:lnTo>
                <a:lnTo>
                  <a:pt x="915162" y="233171"/>
                </a:lnTo>
                <a:lnTo>
                  <a:pt x="889635" y="196214"/>
                </a:lnTo>
                <a:lnTo>
                  <a:pt x="860932" y="161670"/>
                </a:lnTo>
                <a:lnTo>
                  <a:pt x="829310" y="130048"/>
                </a:lnTo>
                <a:lnTo>
                  <a:pt x="795019" y="101218"/>
                </a:lnTo>
                <a:lnTo>
                  <a:pt x="758063" y="75564"/>
                </a:lnTo>
                <a:lnTo>
                  <a:pt x="718947" y="53339"/>
                </a:lnTo>
                <a:lnTo>
                  <a:pt x="677544" y="34670"/>
                </a:lnTo>
                <a:lnTo>
                  <a:pt x="634365" y="19812"/>
                </a:lnTo>
                <a:lnTo>
                  <a:pt x="589407" y="9016"/>
                </a:lnTo>
                <a:lnTo>
                  <a:pt x="543001" y="2286"/>
                </a:lnTo>
                <a:lnTo>
                  <a:pt x="495300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1148" y="4889754"/>
            <a:ext cx="53530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dirty="0">
                <a:solidFill>
                  <a:srgbClr val="FFFCFC"/>
                </a:solidFill>
                <a:latin typeface="Tahoma"/>
                <a:cs typeface="Tahoma"/>
              </a:rPr>
              <a:t>5</a:t>
            </a:r>
            <a:r>
              <a:rPr sz="2650" spc="155" dirty="0">
                <a:solidFill>
                  <a:srgbClr val="FFFCFC"/>
                </a:solidFill>
                <a:latin typeface="Tahoma"/>
                <a:cs typeface="Tahoma"/>
              </a:rPr>
              <a:t> </a:t>
            </a:r>
            <a:r>
              <a:rPr sz="2650" spc="-50" dirty="0">
                <a:solidFill>
                  <a:srgbClr val="FFFCFC"/>
                </a:solidFill>
                <a:latin typeface="Tahoma"/>
                <a:cs typeface="Tahoma"/>
              </a:rPr>
              <a:t>B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3320796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0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0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3065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2500" y="1988820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20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2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4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4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2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20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677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 dirty="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" y="3988308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4"/>
                </a:lnTo>
                <a:lnTo>
                  <a:pt x="165696" y="17017"/>
                </a:lnTo>
                <a:lnTo>
                  <a:pt x="126047" y="37211"/>
                </a:lnTo>
                <a:lnTo>
                  <a:pt x="90525" y="64134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2"/>
                </a:lnTo>
                <a:lnTo>
                  <a:pt x="4102" y="223774"/>
                </a:lnTo>
                <a:lnTo>
                  <a:pt x="0" y="272795"/>
                </a:lnTo>
                <a:lnTo>
                  <a:pt x="4102" y="321817"/>
                </a:lnTo>
                <a:lnTo>
                  <a:pt x="15925" y="367918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6"/>
                </a:lnTo>
                <a:lnTo>
                  <a:pt x="126047" y="508380"/>
                </a:lnTo>
                <a:lnTo>
                  <a:pt x="165696" y="528574"/>
                </a:lnTo>
                <a:lnTo>
                  <a:pt x="208762" y="541146"/>
                </a:lnTo>
                <a:lnTo>
                  <a:pt x="254508" y="545591"/>
                </a:lnTo>
                <a:lnTo>
                  <a:pt x="300266" y="541146"/>
                </a:lnTo>
                <a:lnTo>
                  <a:pt x="343281" y="528574"/>
                </a:lnTo>
                <a:lnTo>
                  <a:pt x="383031" y="508380"/>
                </a:lnTo>
                <a:lnTo>
                  <a:pt x="418465" y="481456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8"/>
                </a:lnTo>
                <a:lnTo>
                  <a:pt x="504952" y="321817"/>
                </a:lnTo>
                <a:lnTo>
                  <a:pt x="509016" y="272795"/>
                </a:lnTo>
                <a:lnTo>
                  <a:pt x="504952" y="223774"/>
                </a:lnTo>
                <a:lnTo>
                  <a:pt x="493141" y="177672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4"/>
                </a:lnTo>
                <a:lnTo>
                  <a:pt x="383031" y="37211"/>
                </a:lnTo>
                <a:lnTo>
                  <a:pt x="343281" y="17017"/>
                </a:lnTo>
                <a:lnTo>
                  <a:pt x="300266" y="4444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19632" y="4099051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2500" y="2653283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7"/>
                </a:lnTo>
                <a:lnTo>
                  <a:pt x="34747" y="135127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4"/>
                </a:lnTo>
                <a:lnTo>
                  <a:pt x="59855" y="448564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4"/>
                </a:lnTo>
                <a:lnTo>
                  <a:pt x="474218" y="410464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7"/>
                </a:lnTo>
                <a:lnTo>
                  <a:pt x="449199" y="97027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5727" y="2762758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2500" y="643280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2500" y="5765291"/>
            <a:ext cx="509270" cy="546100"/>
          </a:xfrm>
          <a:custGeom>
            <a:avLst/>
            <a:gdLst/>
            <a:ahLst/>
            <a:cxnLst/>
            <a:rect l="l" t="t" r="r" b="b"/>
            <a:pathLst>
              <a:path w="509269" h="546100">
                <a:moveTo>
                  <a:pt x="254508" y="0"/>
                </a:moveTo>
                <a:lnTo>
                  <a:pt x="208762" y="4445"/>
                </a:lnTo>
                <a:lnTo>
                  <a:pt x="165696" y="17018"/>
                </a:lnTo>
                <a:lnTo>
                  <a:pt x="126047" y="37211"/>
                </a:lnTo>
                <a:lnTo>
                  <a:pt x="90525" y="64135"/>
                </a:lnTo>
                <a:lnTo>
                  <a:pt x="59855" y="97028"/>
                </a:lnTo>
                <a:lnTo>
                  <a:pt x="34747" y="135128"/>
                </a:lnTo>
                <a:lnTo>
                  <a:pt x="15925" y="177673"/>
                </a:lnTo>
                <a:lnTo>
                  <a:pt x="4102" y="223774"/>
                </a:lnTo>
                <a:lnTo>
                  <a:pt x="0" y="272796"/>
                </a:lnTo>
                <a:lnTo>
                  <a:pt x="4102" y="321818"/>
                </a:lnTo>
                <a:lnTo>
                  <a:pt x="15925" y="367919"/>
                </a:lnTo>
                <a:lnTo>
                  <a:pt x="34747" y="410463"/>
                </a:lnTo>
                <a:lnTo>
                  <a:pt x="59855" y="448563"/>
                </a:lnTo>
                <a:lnTo>
                  <a:pt x="90525" y="481457"/>
                </a:lnTo>
                <a:lnTo>
                  <a:pt x="126047" y="508381"/>
                </a:lnTo>
                <a:lnTo>
                  <a:pt x="165696" y="528574"/>
                </a:lnTo>
                <a:lnTo>
                  <a:pt x="208762" y="541147"/>
                </a:lnTo>
                <a:lnTo>
                  <a:pt x="254508" y="545592"/>
                </a:lnTo>
                <a:lnTo>
                  <a:pt x="300266" y="541147"/>
                </a:lnTo>
                <a:lnTo>
                  <a:pt x="343281" y="528574"/>
                </a:lnTo>
                <a:lnTo>
                  <a:pt x="383031" y="508381"/>
                </a:lnTo>
                <a:lnTo>
                  <a:pt x="418465" y="481457"/>
                </a:lnTo>
                <a:lnTo>
                  <a:pt x="449199" y="448563"/>
                </a:lnTo>
                <a:lnTo>
                  <a:pt x="474218" y="410463"/>
                </a:lnTo>
                <a:lnTo>
                  <a:pt x="493141" y="367919"/>
                </a:lnTo>
                <a:lnTo>
                  <a:pt x="504952" y="321818"/>
                </a:lnTo>
                <a:lnTo>
                  <a:pt x="509016" y="272796"/>
                </a:lnTo>
                <a:lnTo>
                  <a:pt x="504952" y="223774"/>
                </a:lnTo>
                <a:lnTo>
                  <a:pt x="493141" y="177673"/>
                </a:lnTo>
                <a:lnTo>
                  <a:pt x="474218" y="135128"/>
                </a:lnTo>
                <a:lnTo>
                  <a:pt x="449199" y="97028"/>
                </a:lnTo>
                <a:lnTo>
                  <a:pt x="418465" y="64135"/>
                </a:lnTo>
                <a:lnTo>
                  <a:pt x="383031" y="37211"/>
                </a:lnTo>
                <a:lnTo>
                  <a:pt x="343281" y="17018"/>
                </a:lnTo>
                <a:lnTo>
                  <a:pt x="300266" y="4445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2680" y="5876289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2500" y="709117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7"/>
                </a:lnTo>
                <a:lnTo>
                  <a:pt x="165696" y="17017"/>
                </a:lnTo>
                <a:lnTo>
                  <a:pt x="126047" y="37083"/>
                </a:lnTo>
                <a:lnTo>
                  <a:pt x="90525" y="63753"/>
                </a:lnTo>
                <a:lnTo>
                  <a:pt x="59855" y="96519"/>
                </a:lnTo>
                <a:lnTo>
                  <a:pt x="34747" y="134365"/>
                </a:lnTo>
                <a:lnTo>
                  <a:pt x="15925" y="176656"/>
                </a:lnTo>
                <a:lnTo>
                  <a:pt x="4102" y="222503"/>
                </a:lnTo>
                <a:lnTo>
                  <a:pt x="0" y="271271"/>
                </a:lnTo>
                <a:lnTo>
                  <a:pt x="4102" y="320039"/>
                </a:lnTo>
                <a:lnTo>
                  <a:pt x="15925" y="365886"/>
                </a:lnTo>
                <a:lnTo>
                  <a:pt x="34747" y="408177"/>
                </a:lnTo>
                <a:lnTo>
                  <a:pt x="59855" y="446023"/>
                </a:lnTo>
                <a:lnTo>
                  <a:pt x="90525" y="478789"/>
                </a:lnTo>
                <a:lnTo>
                  <a:pt x="126047" y="505459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59"/>
                </a:lnTo>
                <a:lnTo>
                  <a:pt x="418465" y="478789"/>
                </a:lnTo>
                <a:lnTo>
                  <a:pt x="449199" y="446023"/>
                </a:lnTo>
                <a:lnTo>
                  <a:pt x="474218" y="408177"/>
                </a:lnTo>
                <a:lnTo>
                  <a:pt x="493141" y="365886"/>
                </a:lnTo>
                <a:lnTo>
                  <a:pt x="504952" y="320039"/>
                </a:lnTo>
                <a:lnTo>
                  <a:pt x="509016" y="271271"/>
                </a:lnTo>
                <a:lnTo>
                  <a:pt x="504952" y="222503"/>
                </a:lnTo>
                <a:lnTo>
                  <a:pt x="493141" y="176656"/>
                </a:lnTo>
                <a:lnTo>
                  <a:pt x="474218" y="134365"/>
                </a:lnTo>
                <a:lnTo>
                  <a:pt x="449199" y="96519"/>
                </a:lnTo>
                <a:lnTo>
                  <a:pt x="418465" y="63753"/>
                </a:lnTo>
                <a:lnTo>
                  <a:pt x="383031" y="37083"/>
                </a:lnTo>
                <a:lnTo>
                  <a:pt x="343281" y="17017"/>
                </a:lnTo>
                <a:lnTo>
                  <a:pt x="300266" y="4317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2500" y="7758683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62" y="4318"/>
                </a:lnTo>
                <a:lnTo>
                  <a:pt x="165696" y="17018"/>
                </a:lnTo>
                <a:lnTo>
                  <a:pt x="126047" y="37084"/>
                </a:lnTo>
                <a:lnTo>
                  <a:pt x="90525" y="63754"/>
                </a:lnTo>
                <a:lnTo>
                  <a:pt x="59855" y="96520"/>
                </a:lnTo>
                <a:lnTo>
                  <a:pt x="34747" y="134366"/>
                </a:lnTo>
                <a:lnTo>
                  <a:pt x="15925" y="176657"/>
                </a:lnTo>
                <a:lnTo>
                  <a:pt x="4102" y="222504"/>
                </a:lnTo>
                <a:lnTo>
                  <a:pt x="0" y="271272"/>
                </a:lnTo>
                <a:lnTo>
                  <a:pt x="4102" y="320040"/>
                </a:lnTo>
                <a:lnTo>
                  <a:pt x="15925" y="365887"/>
                </a:lnTo>
                <a:lnTo>
                  <a:pt x="34747" y="408178"/>
                </a:lnTo>
                <a:lnTo>
                  <a:pt x="59855" y="446024"/>
                </a:lnTo>
                <a:lnTo>
                  <a:pt x="90525" y="478790"/>
                </a:lnTo>
                <a:lnTo>
                  <a:pt x="126047" y="505460"/>
                </a:lnTo>
                <a:lnTo>
                  <a:pt x="165696" y="525526"/>
                </a:lnTo>
                <a:lnTo>
                  <a:pt x="208762" y="538226"/>
                </a:lnTo>
                <a:lnTo>
                  <a:pt x="254508" y="542544"/>
                </a:lnTo>
                <a:lnTo>
                  <a:pt x="300266" y="538226"/>
                </a:lnTo>
                <a:lnTo>
                  <a:pt x="343281" y="525526"/>
                </a:lnTo>
                <a:lnTo>
                  <a:pt x="383031" y="505460"/>
                </a:lnTo>
                <a:lnTo>
                  <a:pt x="418465" y="478790"/>
                </a:lnTo>
                <a:lnTo>
                  <a:pt x="449199" y="446024"/>
                </a:lnTo>
                <a:lnTo>
                  <a:pt x="474218" y="408178"/>
                </a:lnTo>
                <a:lnTo>
                  <a:pt x="493141" y="365887"/>
                </a:lnTo>
                <a:lnTo>
                  <a:pt x="504952" y="320040"/>
                </a:lnTo>
                <a:lnTo>
                  <a:pt x="509016" y="271272"/>
                </a:lnTo>
                <a:lnTo>
                  <a:pt x="504952" y="222504"/>
                </a:lnTo>
                <a:lnTo>
                  <a:pt x="493141" y="176657"/>
                </a:lnTo>
                <a:lnTo>
                  <a:pt x="474218" y="134366"/>
                </a:lnTo>
                <a:lnTo>
                  <a:pt x="449199" y="96520"/>
                </a:lnTo>
                <a:lnTo>
                  <a:pt x="418465" y="63754"/>
                </a:lnTo>
                <a:lnTo>
                  <a:pt x="383031" y="37084"/>
                </a:lnTo>
                <a:lnTo>
                  <a:pt x="343281" y="17018"/>
                </a:lnTo>
                <a:lnTo>
                  <a:pt x="300266" y="4318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2680" y="6542278"/>
            <a:ext cx="149860" cy="1614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3335000" y="-32384"/>
            <a:ext cx="5166995" cy="1879600"/>
            <a:chOff x="13335000" y="-32384"/>
            <a:chExt cx="5166995" cy="1879600"/>
          </a:xfrm>
        </p:grpSpPr>
        <p:sp>
          <p:nvSpPr>
            <p:cNvPr id="19" name="object 19"/>
            <p:cNvSpPr/>
            <p:nvPr/>
          </p:nvSpPr>
          <p:spPr>
            <a:xfrm>
              <a:off x="13592556" y="225171"/>
              <a:ext cx="4652010" cy="1363980"/>
            </a:xfrm>
            <a:custGeom>
              <a:avLst/>
              <a:gdLst/>
              <a:ahLst/>
              <a:cxnLst/>
              <a:rect l="l" t="t" r="r" b="b"/>
              <a:pathLst>
                <a:path w="4652009" h="1363980">
                  <a:moveTo>
                    <a:pt x="0" y="0"/>
                  </a:moveTo>
                  <a:lnTo>
                    <a:pt x="33274" y="28955"/>
                  </a:lnTo>
                  <a:lnTo>
                    <a:pt x="67436" y="58165"/>
                  </a:lnTo>
                  <a:lnTo>
                    <a:pt x="101853" y="87122"/>
                  </a:lnTo>
                  <a:lnTo>
                    <a:pt x="136398" y="115824"/>
                  </a:lnTo>
                  <a:lnTo>
                    <a:pt x="171196" y="144272"/>
                  </a:lnTo>
                  <a:lnTo>
                    <a:pt x="206248" y="172338"/>
                  </a:lnTo>
                  <a:lnTo>
                    <a:pt x="241553" y="200151"/>
                  </a:lnTo>
                  <a:lnTo>
                    <a:pt x="277113" y="227710"/>
                  </a:lnTo>
                  <a:lnTo>
                    <a:pt x="312928" y="255015"/>
                  </a:lnTo>
                  <a:lnTo>
                    <a:pt x="348869" y="281939"/>
                  </a:lnTo>
                  <a:lnTo>
                    <a:pt x="385190" y="308609"/>
                  </a:lnTo>
                  <a:lnTo>
                    <a:pt x="421640" y="335025"/>
                  </a:lnTo>
                  <a:lnTo>
                    <a:pt x="458215" y="361187"/>
                  </a:lnTo>
                  <a:lnTo>
                    <a:pt x="495173" y="386969"/>
                  </a:lnTo>
                  <a:lnTo>
                    <a:pt x="532257" y="412496"/>
                  </a:lnTo>
                  <a:lnTo>
                    <a:pt x="569595" y="437769"/>
                  </a:lnTo>
                  <a:lnTo>
                    <a:pt x="607186" y="462660"/>
                  </a:lnTo>
                  <a:lnTo>
                    <a:pt x="644905" y="487299"/>
                  </a:lnTo>
                  <a:lnTo>
                    <a:pt x="682878" y="511555"/>
                  </a:lnTo>
                  <a:lnTo>
                    <a:pt x="721105" y="535558"/>
                  </a:lnTo>
                  <a:lnTo>
                    <a:pt x="759459" y="559307"/>
                  </a:lnTo>
                  <a:lnTo>
                    <a:pt x="798067" y="582676"/>
                  </a:lnTo>
                  <a:lnTo>
                    <a:pt x="836930" y="605789"/>
                  </a:lnTo>
                  <a:lnTo>
                    <a:pt x="875919" y="628650"/>
                  </a:lnTo>
                  <a:lnTo>
                    <a:pt x="915161" y="651128"/>
                  </a:lnTo>
                  <a:lnTo>
                    <a:pt x="954532" y="673226"/>
                  </a:lnTo>
                  <a:lnTo>
                    <a:pt x="994155" y="695071"/>
                  </a:lnTo>
                  <a:lnTo>
                    <a:pt x="1034034" y="716660"/>
                  </a:lnTo>
                  <a:lnTo>
                    <a:pt x="1074038" y="737870"/>
                  </a:lnTo>
                  <a:lnTo>
                    <a:pt x="1114298" y="758698"/>
                  </a:lnTo>
                  <a:lnTo>
                    <a:pt x="1154684" y="779272"/>
                  </a:lnTo>
                  <a:lnTo>
                    <a:pt x="1195324" y="799464"/>
                  </a:lnTo>
                  <a:lnTo>
                    <a:pt x="1236090" y="819403"/>
                  </a:lnTo>
                  <a:lnTo>
                    <a:pt x="1276984" y="838961"/>
                  </a:lnTo>
                  <a:lnTo>
                    <a:pt x="1318132" y="858265"/>
                  </a:lnTo>
                  <a:lnTo>
                    <a:pt x="1359534" y="877188"/>
                  </a:lnTo>
                  <a:lnTo>
                    <a:pt x="1401063" y="895730"/>
                  </a:lnTo>
                  <a:lnTo>
                    <a:pt x="1442720" y="914019"/>
                  </a:lnTo>
                  <a:lnTo>
                    <a:pt x="1484630" y="931926"/>
                  </a:lnTo>
                  <a:lnTo>
                    <a:pt x="1526794" y="949578"/>
                  </a:lnTo>
                  <a:lnTo>
                    <a:pt x="1568957" y="966851"/>
                  </a:lnTo>
                  <a:lnTo>
                    <a:pt x="1611376" y="983742"/>
                  </a:lnTo>
                  <a:lnTo>
                    <a:pt x="1653921" y="1000251"/>
                  </a:lnTo>
                  <a:lnTo>
                    <a:pt x="1696720" y="1016507"/>
                  </a:lnTo>
                  <a:lnTo>
                    <a:pt x="1739646" y="1032382"/>
                  </a:lnTo>
                  <a:lnTo>
                    <a:pt x="1782826" y="1047876"/>
                  </a:lnTo>
                  <a:lnTo>
                    <a:pt x="1826005" y="1063117"/>
                  </a:lnTo>
                  <a:lnTo>
                    <a:pt x="1869440" y="1077849"/>
                  </a:lnTo>
                  <a:lnTo>
                    <a:pt x="1913001" y="1092327"/>
                  </a:lnTo>
                  <a:lnTo>
                    <a:pt x="1956815" y="1106424"/>
                  </a:lnTo>
                  <a:lnTo>
                    <a:pt x="2000757" y="1120267"/>
                  </a:lnTo>
                  <a:lnTo>
                    <a:pt x="2044827" y="1133602"/>
                  </a:lnTo>
                  <a:lnTo>
                    <a:pt x="2089023" y="1146682"/>
                  </a:lnTo>
                  <a:lnTo>
                    <a:pt x="2133346" y="1159382"/>
                  </a:lnTo>
                  <a:lnTo>
                    <a:pt x="2177923" y="1171702"/>
                  </a:lnTo>
                  <a:lnTo>
                    <a:pt x="2222627" y="1183639"/>
                  </a:lnTo>
                  <a:lnTo>
                    <a:pt x="2267330" y="1195197"/>
                  </a:lnTo>
                  <a:lnTo>
                    <a:pt x="2312415" y="1206373"/>
                  </a:lnTo>
                  <a:lnTo>
                    <a:pt x="2357501" y="1217295"/>
                  </a:lnTo>
                  <a:lnTo>
                    <a:pt x="2402713" y="1227708"/>
                  </a:lnTo>
                  <a:lnTo>
                    <a:pt x="2448179" y="1237869"/>
                  </a:lnTo>
                  <a:lnTo>
                    <a:pt x="2493645" y="1247521"/>
                  </a:lnTo>
                  <a:lnTo>
                    <a:pt x="2539365" y="1256919"/>
                  </a:lnTo>
                  <a:lnTo>
                    <a:pt x="2585211" y="1265808"/>
                  </a:lnTo>
                  <a:lnTo>
                    <a:pt x="2631186" y="1274445"/>
                  </a:lnTo>
                  <a:lnTo>
                    <a:pt x="2677286" y="1282700"/>
                  </a:lnTo>
                  <a:lnTo>
                    <a:pt x="2723515" y="1290447"/>
                  </a:lnTo>
                  <a:lnTo>
                    <a:pt x="2769742" y="1297939"/>
                  </a:lnTo>
                  <a:lnTo>
                    <a:pt x="2816225" y="1304925"/>
                  </a:lnTo>
                  <a:lnTo>
                    <a:pt x="2862834" y="1311655"/>
                  </a:lnTo>
                  <a:lnTo>
                    <a:pt x="2909570" y="1317878"/>
                  </a:lnTo>
                  <a:lnTo>
                    <a:pt x="2956432" y="1323848"/>
                  </a:lnTo>
                  <a:lnTo>
                    <a:pt x="3003423" y="1329308"/>
                  </a:lnTo>
                  <a:lnTo>
                    <a:pt x="3050540" y="1334388"/>
                  </a:lnTo>
                  <a:lnTo>
                    <a:pt x="3097784" y="1339087"/>
                  </a:lnTo>
                  <a:lnTo>
                    <a:pt x="3145028" y="1343405"/>
                  </a:lnTo>
                  <a:lnTo>
                    <a:pt x="3192526" y="1347215"/>
                  </a:lnTo>
                  <a:lnTo>
                    <a:pt x="3240024" y="1350772"/>
                  </a:lnTo>
                  <a:lnTo>
                    <a:pt x="3287776" y="1353820"/>
                  </a:lnTo>
                  <a:lnTo>
                    <a:pt x="3335528" y="1356486"/>
                  </a:lnTo>
                  <a:lnTo>
                    <a:pt x="3383407" y="1358773"/>
                  </a:lnTo>
                  <a:lnTo>
                    <a:pt x="3431413" y="1360677"/>
                  </a:lnTo>
                  <a:lnTo>
                    <a:pt x="3479419" y="1362075"/>
                  </a:lnTo>
                  <a:lnTo>
                    <a:pt x="3527679" y="1363090"/>
                  </a:lnTo>
                  <a:lnTo>
                    <a:pt x="3575938" y="1363726"/>
                  </a:lnTo>
                  <a:lnTo>
                    <a:pt x="3624326" y="1363979"/>
                  </a:lnTo>
                  <a:lnTo>
                    <a:pt x="3672713" y="1363726"/>
                  </a:lnTo>
                  <a:lnTo>
                    <a:pt x="3721100" y="1363090"/>
                  </a:lnTo>
                  <a:lnTo>
                    <a:pt x="3769232" y="1362075"/>
                  </a:lnTo>
                  <a:lnTo>
                    <a:pt x="3817365" y="1360677"/>
                  </a:lnTo>
                  <a:lnTo>
                    <a:pt x="3865372" y="1358773"/>
                  </a:lnTo>
                  <a:lnTo>
                    <a:pt x="3913251" y="1356486"/>
                  </a:lnTo>
                  <a:lnTo>
                    <a:pt x="3961003" y="1353820"/>
                  </a:lnTo>
                  <a:lnTo>
                    <a:pt x="4008628" y="1350772"/>
                  </a:lnTo>
                  <a:lnTo>
                    <a:pt x="4056253" y="1347215"/>
                  </a:lnTo>
                  <a:lnTo>
                    <a:pt x="4103624" y="1343405"/>
                  </a:lnTo>
                  <a:lnTo>
                    <a:pt x="4150995" y="1339087"/>
                  </a:lnTo>
                  <a:lnTo>
                    <a:pt x="4198238" y="1334388"/>
                  </a:lnTo>
                  <a:lnTo>
                    <a:pt x="4245229" y="1329308"/>
                  </a:lnTo>
                  <a:lnTo>
                    <a:pt x="4292219" y="1323848"/>
                  </a:lnTo>
                  <a:lnTo>
                    <a:pt x="4339082" y="1317878"/>
                  </a:lnTo>
                  <a:lnTo>
                    <a:pt x="4385817" y="1311655"/>
                  </a:lnTo>
                  <a:lnTo>
                    <a:pt x="4432427" y="1304925"/>
                  </a:lnTo>
                  <a:lnTo>
                    <a:pt x="4478909" y="1297939"/>
                  </a:lnTo>
                  <a:lnTo>
                    <a:pt x="4525263" y="1290447"/>
                  </a:lnTo>
                  <a:lnTo>
                    <a:pt x="4571492" y="1282700"/>
                  </a:lnTo>
                  <a:lnTo>
                    <a:pt x="4617592" y="1274445"/>
                  </a:lnTo>
                  <a:lnTo>
                    <a:pt x="4651502" y="1268095"/>
                  </a:lnTo>
                </a:path>
              </a:pathLst>
            </a:custGeom>
            <a:ln w="515112">
              <a:solidFill>
                <a:srgbClr val="FB60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68954" y="1136523"/>
              <a:ext cx="947928" cy="234696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PROPOSED</a:t>
            </a:r>
            <a:r>
              <a:rPr spc="-220" dirty="0"/>
              <a:t> </a:t>
            </a:r>
            <a:r>
              <a:rPr spc="-25" dirty="0"/>
              <a:t>SYSTEM</a:t>
            </a:r>
            <a:r>
              <a:rPr spc="-29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B761C1-6CF4-8E23-A6AB-A75CA9305384}"/>
              </a:ext>
            </a:extLst>
          </p:cNvPr>
          <p:cNvSpPr txBox="1"/>
          <p:nvPr/>
        </p:nvSpPr>
        <p:spPr>
          <a:xfrm>
            <a:off x="2514601" y="2309850"/>
            <a:ext cx="1210094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Smart Campus Event Management System is designed using 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distributed architecture  </a:t>
            </a:r>
            <a:r>
              <a:rPr lang="en-US" sz="2400" dirty="0"/>
              <a:t>to ensure scalability, modularity, and high performance during large-scale campus events</a:t>
            </a:r>
          </a:p>
          <a:p>
            <a:r>
              <a:rPr lang="en-US" sz="2400" dirty="0"/>
              <a:t> The system integrates multiple services that communicate through APIs to provide seamless event registration, ticketing, notifications, and analytics.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is designed to operate independently while communicating through secure REST APIs.</a:t>
            </a:r>
          </a:p>
          <a:p>
            <a:r>
              <a:rPr lang="en-US" sz="2400" dirty="0"/>
              <a:t>Frontend layer acts as the interaction point for users including students, organizers, and administrators.</a:t>
            </a:r>
          </a:p>
          <a:p>
            <a:endParaRPr lang="en-US" sz="2400" dirty="0"/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5318759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6"/>
                </a:lnTo>
                <a:lnTo>
                  <a:pt x="402412" y="9016"/>
                </a:lnTo>
                <a:lnTo>
                  <a:pt x="357352" y="19812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8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2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6"/>
                </a:lnTo>
                <a:lnTo>
                  <a:pt x="2273" y="448944"/>
                </a:lnTo>
                <a:lnTo>
                  <a:pt x="0" y="496824"/>
                </a:lnTo>
                <a:lnTo>
                  <a:pt x="2273" y="544702"/>
                </a:lnTo>
                <a:lnTo>
                  <a:pt x="8953" y="591185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6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600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6"/>
                </a:lnTo>
                <a:lnTo>
                  <a:pt x="402412" y="984630"/>
                </a:lnTo>
                <a:lnTo>
                  <a:pt x="448983" y="991362"/>
                </a:lnTo>
                <a:lnTo>
                  <a:pt x="496823" y="993648"/>
                </a:lnTo>
                <a:lnTo>
                  <a:pt x="544703" y="991362"/>
                </a:lnTo>
                <a:lnTo>
                  <a:pt x="591185" y="984630"/>
                </a:lnTo>
                <a:lnTo>
                  <a:pt x="636269" y="973836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600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6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5"/>
                </a:lnTo>
                <a:lnTo>
                  <a:pt x="991362" y="544702"/>
                </a:lnTo>
                <a:lnTo>
                  <a:pt x="993648" y="496824"/>
                </a:lnTo>
                <a:lnTo>
                  <a:pt x="991362" y="448944"/>
                </a:lnTo>
                <a:lnTo>
                  <a:pt x="984631" y="402336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2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8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2"/>
                </a:lnTo>
                <a:lnTo>
                  <a:pt x="591185" y="9016"/>
                </a:lnTo>
                <a:lnTo>
                  <a:pt x="544703" y="2286"/>
                </a:lnTo>
                <a:lnTo>
                  <a:pt x="496823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2121" y="5552388"/>
            <a:ext cx="551180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50" dirty="0">
                <a:solidFill>
                  <a:srgbClr val="FFFCFC"/>
                </a:solidFill>
                <a:latin typeface="Tahoma"/>
                <a:cs typeface="Tahoma"/>
              </a:rPr>
              <a:t>6</a:t>
            </a:r>
            <a:r>
              <a:rPr sz="2650" spc="250" dirty="0">
                <a:solidFill>
                  <a:srgbClr val="FFFCFC"/>
                </a:solidFill>
                <a:latin typeface="Tahoma"/>
                <a:cs typeface="Tahoma"/>
              </a:rPr>
              <a:t> </a:t>
            </a:r>
            <a:r>
              <a:rPr sz="2650" spc="-50" dirty="0">
                <a:solidFill>
                  <a:srgbClr val="FFFCFC"/>
                </a:solidFill>
                <a:latin typeface="Tahoma"/>
                <a:cs typeface="Tahoma"/>
              </a:rPr>
              <a:t>A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6426708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4"/>
                </a:lnTo>
                <a:lnTo>
                  <a:pt x="164706" y="17017"/>
                </a:lnTo>
                <a:lnTo>
                  <a:pt x="125298" y="37211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2"/>
                </a:lnTo>
                <a:lnTo>
                  <a:pt x="4076" y="223774"/>
                </a:lnTo>
                <a:lnTo>
                  <a:pt x="0" y="272795"/>
                </a:lnTo>
                <a:lnTo>
                  <a:pt x="4076" y="321817"/>
                </a:lnTo>
                <a:lnTo>
                  <a:pt x="15824" y="367918"/>
                </a:lnTo>
                <a:lnTo>
                  <a:pt x="34543" y="410463"/>
                </a:lnTo>
                <a:lnTo>
                  <a:pt x="59499" y="448563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6"/>
                </a:lnTo>
                <a:lnTo>
                  <a:pt x="252984" y="545591"/>
                </a:lnTo>
                <a:lnTo>
                  <a:pt x="298450" y="541146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3"/>
                </a:lnTo>
                <a:lnTo>
                  <a:pt x="471424" y="410463"/>
                </a:lnTo>
                <a:lnTo>
                  <a:pt x="490093" y="367918"/>
                </a:lnTo>
                <a:lnTo>
                  <a:pt x="501904" y="321817"/>
                </a:lnTo>
                <a:lnTo>
                  <a:pt x="505968" y="272795"/>
                </a:lnTo>
                <a:lnTo>
                  <a:pt x="501904" y="223774"/>
                </a:lnTo>
                <a:lnTo>
                  <a:pt x="490093" y="177672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1"/>
                </a:lnTo>
                <a:lnTo>
                  <a:pt x="341249" y="17017"/>
                </a:lnTo>
                <a:lnTo>
                  <a:pt x="298450" y="4444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45844" y="2091944"/>
            <a:ext cx="177165" cy="296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 dirty="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 dirty="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 dirty="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 dirty="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7094219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4"/>
                </a:lnTo>
                <a:lnTo>
                  <a:pt x="164706" y="17017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2"/>
                </a:lnTo>
                <a:lnTo>
                  <a:pt x="4076" y="223773"/>
                </a:lnTo>
                <a:lnTo>
                  <a:pt x="0" y="272795"/>
                </a:lnTo>
                <a:lnTo>
                  <a:pt x="4076" y="321817"/>
                </a:lnTo>
                <a:lnTo>
                  <a:pt x="15824" y="367918"/>
                </a:lnTo>
                <a:lnTo>
                  <a:pt x="34543" y="410463"/>
                </a:lnTo>
                <a:lnTo>
                  <a:pt x="59499" y="448563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3"/>
                </a:lnTo>
                <a:lnTo>
                  <a:pt x="207505" y="541146"/>
                </a:lnTo>
                <a:lnTo>
                  <a:pt x="252984" y="545591"/>
                </a:lnTo>
                <a:lnTo>
                  <a:pt x="298450" y="541146"/>
                </a:lnTo>
                <a:lnTo>
                  <a:pt x="341249" y="528573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3"/>
                </a:lnTo>
                <a:lnTo>
                  <a:pt x="471424" y="410463"/>
                </a:lnTo>
                <a:lnTo>
                  <a:pt x="490093" y="367918"/>
                </a:lnTo>
                <a:lnTo>
                  <a:pt x="501904" y="321817"/>
                </a:lnTo>
                <a:lnTo>
                  <a:pt x="505968" y="272795"/>
                </a:lnTo>
                <a:lnTo>
                  <a:pt x="501904" y="223773"/>
                </a:lnTo>
                <a:lnTo>
                  <a:pt x="490093" y="177672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7"/>
                </a:lnTo>
                <a:lnTo>
                  <a:pt x="298450" y="4444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6537197"/>
            <a:ext cx="149860" cy="1626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203440" y="281178"/>
            <a:ext cx="38760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238C3E6-F155-47C3-618E-3D5317798C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660" y="1714500"/>
            <a:ext cx="12349480" cy="64495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5318759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6"/>
                </a:lnTo>
                <a:lnTo>
                  <a:pt x="402412" y="9016"/>
                </a:lnTo>
                <a:lnTo>
                  <a:pt x="357352" y="19812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8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2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6"/>
                </a:lnTo>
                <a:lnTo>
                  <a:pt x="2273" y="448944"/>
                </a:lnTo>
                <a:lnTo>
                  <a:pt x="0" y="496824"/>
                </a:lnTo>
                <a:lnTo>
                  <a:pt x="2273" y="544702"/>
                </a:lnTo>
                <a:lnTo>
                  <a:pt x="8953" y="591185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6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600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6"/>
                </a:lnTo>
                <a:lnTo>
                  <a:pt x="402412" y="984630"/>
                </a:lnTo>
                <a:lnTo>
                  <a:pt x="448983" y="991362"/>
                </a:lnTo>
                <a:lnTo>
                  <a:pt x="496823" y="993648"/>
                </a:lnTo>
                <a:lnTo>
                  <a:pt x="544703" y="991362"/>
                </a:lnTo>
                <a:lnTo>
                  <a:pt x="591185" y="984630"/>
                </a:lnTo>
                <a:lnTo>
                  <a:pt x="636269" y="973836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600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6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5"/>
                </a:lnTo>
                <a:lnTo>
                  <a:pt x="991362" y="544702"/>
                </a:lnTo>
                <a:lnTo>
                  <a:pt x="993648" y="496824"/>
                </a:lnTo>
                <a:lnTo>
                  <a:pt x="991362" y="448944"/>
                </a:lnTo>
                <a:lnTo>
                  <a:pt x="984631" y="402336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2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8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2"/>
                </a:lnTo>
                <a:lnTo>
                  <a:pt x="591185" y="9016"/>
                </a:lnTo>
                <a:lnTo>
                  <a:pt x="544703" y="2286"/>
                </a:lnTo>
                <a:lnTo>
                  <a:pt x="496823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31265" y="5552388"/>
            <a:ext cx="547370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50" dirty="0">
                <a:solidFill>
                  <a:srgbClr val="FFFCFC"/>
                </a:solidFill>
                <a:latin typeface="Tahoma"/>
                <a:cs typeface="Tahoma"/>
              </a:rPr>
              <a:t>6</a:t>
            </a:r>
            <a:r>
              <a:rPr sz="2650" spc="250" dirty="0">
                <a:solidFill>
                  <a:srgbClr val="FFFCFC"/>
                </a:solidFill>
                <a:latin typeface="Tahoma"/>
                <a:cs typeface="Tahoma"/>
              </a:rPr>
              <a:t> </a:t>
            </a:r>
            <a:r>
              <a:rPr sz="2650" spc="-50" dirty="0">
                <a:solidFill>
                  <a:srgbClr val="FFFCFC"/>
                </a:solidFill>
                <a:latin typeface="Tahoma"/>
                <a:cs typeface="Tahoma"/>
              </a:rPr>
              <a:t>B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078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1944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479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1940" y="2758185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6426708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4"/>
                </a:lnTo>
                <a:lnTo>
                  <a:pt x="164706" y="17017"/>
                </a:lnTo>
                <a:lnTo>
                  <a:pt x="125298" y="37211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2"/>
                </a:lnTo>
                <a:lnTo>
                  <a:pt x="4076" y="223774"/>
                </a:lnTo>
                <a:lnTo>
                  <a:pt x="0" y="272795"/>
                </a:lnTo>
                <a:lnTo>
                  <a:pt x="4076" y="321817"/>
                </a:lnTo>
                <a:lnTo>
                  <a:pt x="15824" y="367918"/>
                </a:lnTo>
                <a:lnTo>
                  <a:pt x="34543" y="410463"/>
                </a:lnTo>
                <a:lnTo>
                  <a:pt x="59499" y="448563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6"/>
                </a:lnTo>
                <a:lnTo>
                  <a:pt x="252984" y="545591"/>
                </a:lnTo>
                <a:lnTo>
                  <a:pt x="298450" y="541146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3"/>
                </a:lnTo>
                <a:lnTo>
                  <a:pt x="471424" y="410463"/>
                </a:lnTo>
                <a:lnTo>
                  <a:pt x="490093" y="367918"/>
                </a:lnTo>
                <a:lnTo>
                  <a:pt x="501904" y="321817"/>
                </a:lnTo>
                <a:lnTo>
                  <a:pt x="505968" y="272795"/>
                </a:lnTo>
                <a:lnTo>
                  <a:pt x="501904" y="223774"/>
                </a:lnTo>
                <a:lnTo>
                  <a:pt x="490093" y="177672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1"/>
                </a:lnTo>
                <a:lnTo>
                  <a:pt x="341249" y="17017"/>
                </a:lnTo>
                <a:lnTo>
                  <a:pt x="298450" y="4444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4988" y="6537197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26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7094219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4"/>
                </a:lnTo>
                <a:lnTo>
                  <a:pt x="164706" y="17017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2"/>
                </a:lnTo>
                <a:lnTo>
                  <a:pt x="4076" y="223773"/>
                </a:lnTo>
                <a:lnTo>
                  <a:pt x="0" y="272795"/>
                </a:lnTo>
                <a:lnTo>
                  <a:pt x="4076" y="321817"/>
                </a:lnTo>
                <a:lnTo>
                  <a:pt x="15824" y="367918"/>
                </a:lnTo>
                <a:lnTo>
                  <a:pt x="34543" y="410463"/>
                </a:lnTo>
                <a:lnTo>
                  <a:pt x="59499" y="448563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3"/>
                </a:lnTo>
                <a:lnTo>
                  <a:pt x="207505" y="541146"/>
                </a:lnTo>
                <a:lnTo>
                  <a:pt x="252984" y="545591"/>
                </a:lnTo>
                <a:lnTo>
                  <a:pt x="298450" y="541146"/>
                </a:lnTo>
                <a:lnTo>
                  <a:pt x="341249" y="528573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3"/>
                </a:lnTo>
                <a:lnTo>
                  <a:pt x="471424" y="410463"/>
                </a:lnTo>
                <a:lnTo>
                  <a:pt x="490093" y="367918"/>
                </a:lnTo>
                <a:lnTo>
                  <a:pt x="501904" y="321817"/>
                </a:lnTo>
                <a:lnTo>
                  <a:pt x="505968" y="272795"/>
                </a:lnTo>
                <a:lnTo>
                  <a:pt x="501904" y="223773"/>
                </a:lnTo>
                <a:lnTo>
                  <a:pt x="490093" y="177672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7"/>
                </a:lnTo>
                <a:lnTo>
                  <a:pt x="298450" y="4444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48892" y="7204659"/>
            <a:ext cx="144145" cy="956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7203440" y="281178"/>
            <a:ext cx="38760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549144" y="2818892"/>
            <a:ext cx="14588490" cy="3866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5470" indent="-57277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user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opens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Website.</a:t>
            </a:r>
            <a:endParaRPr sz="3600">
              <a:latin typeface="Times New Roman"/>
              <a:cs typeface="Times New Roman"/>
            </a:endParaRPr>
          </a:p>
          <a:p>
            <a:pPr marL="585470" marR="5080" indent="-573405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Here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he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finds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2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logins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(Admin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student)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so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here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he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can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log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as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student </a:t>
            </a:r>
            <a:r>
              <a:rPr sz="3600" dirty="0">
                <a:latin typeface="Times New Roman"/>
                <a:cs typeface="Times New Roman"/>
              </a:rPr>
              <a:t>or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admin.</a:t>
            </a:r>
            <a:endParaRPr sz="3600">
              <a:latin typeface="Times New Roman"/>
              <a:cs typeface="Times New Roman"/>
            </a:endParaRPr>
          </a:p>
          <a:p>
            <a:pPr marL="585470" indent="-572770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Students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can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browse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events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register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for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them.</a:t>
            </a:r>
            <a:endParaRPr sz="3600">
              <a:latin typeface="Times New Roman"/>
              <a:cs typeface="Times New Roman"/>
            </a:endParaRPr>
          </a:p>
          <a:p>
            <a:pPr marL="585470" indent="-572770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Admins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can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create</a:t>
            </a:r>
            <a:r>
              <a:rPr sz="3600" spc="-13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events,</a:t>
            </a:r>
            <a:r>
              <a:rPr sz="3600" spc="-9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view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registrations,</a:t>
            </a:r>
            <a:r>
              <a:rPr sz="3600" spc="-1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delete</a:t>
            </a:r>
            <a:r>
              <a:rPr sz="3600" spc="-13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events.</a:t>
            </a:r>
            <a:endParaRPr sz="3600">
              <a:latin typeface="Times New Roman"/>
              <a:cs typeface="Times New Roman"/>
            </a:endParaRPr>
          </a:p>
          <a:p>
            <a:pPr marL="585470" indent="-572770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Each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action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is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processed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by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backend</a:t>
            </a:r>
            <a:r>
              <a:rPr sz="3600" spc="-1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stored</a:t>
            </a:r>
            <a:r>
              <a:rPr sz="3600" spc="-10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114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database.</a:t>
            </a:r>
            <a:endParaRPr sz="3600">
              <a:latin typeface="Times New Roman"/>
              <a:cs typeface="Times New Roman"/>
            </a:endParaRPr>
          </a:p>
          <a:p>
            <a:pPr marL="585470" indent="-572770">
              <a:lnSpc>
                <a:spcPct val="100000"/>
              </a:lnSpc>
              <a:buFont typeface="Arial MT"/>
              <a:buChar char="•"/>
              <a:tabLst>
                <a:tab pos="585470" algn="l"/>
              </a:tabLst>
            </a:pP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updated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result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is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then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shown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on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respective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dashboard.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5977128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6"/>
                </a:lnTo>
                <a:lnTo>
                  <a:pt x="402412" y="9017"/>
                </a:lnTo>
                <a:lnTo>
                  <a:pt x="357352" y="19812"/>
                </a:lnTo>
                <a:lnTo>
                  <a:pt x="313994" y="34671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9"/>
                </a:lnTo>
                <a:lnTo>
                  <a:pt x="161734" y="130048"/>
                </a:lnTo>
                <a:lnTo>
                  <a:pt x="130009" y="161671"/>
                </a:lnTo>
                <a:lnTo>
                  <a:pt x="101244" y="196214"/>
                </a:lnTo>
                <a:lnTo>
                  <a:pt x="75628" y="233172"/>
                </a:lnTo>
                <a:lnTo>
                  <a:pt x="53390" y="272542"/>
                </a:lnTo>
                <a:lnTo>
                  <a:pt x="34721" y="313944"/>
                </a:lnTo>
                <a:lnTo>
                  <a:pt x="19850" y="357377"/>
                </a:lnTo>
                <a:lnTo>
                  <a:pt x="8953" y="402336"/>
                </a:lnTo>
                <a:lnTo>
                  <a:pt x="2273" y="448945"/>
                </a:lnTo>
                <a:lnTo>
                  <a:pt x="0" y="496824"/>
                </a:lnTo>
                <a:lnTo>
                  <a:pt x="2273" y="544702"/>
                </a:lnTo>
                <a:lnTo>
                  <a:pt x="8953" y="591185"/>
                </a:lnTo>
                <a:lnTo>
                  <a:pt x="19850" y="636270"/>
                </a:lnTo>
                <a:lnTo>
                  <a:pt x="34721" y="679704"/>
                </a:lnTo>
                <a:lnTo>
                  <a:pt x="53390" y="721106"/>
                </a:lnTo>
                <a:lnTo>
                  <a:pt x="75628" y="760476"/>
                </a:lnTo>
                <a:lnTo>
                  <a:pt x="101244" y="797433"/>
                </a:lnTo>
                <a:lnTo>
                  <a:pt x="130009" y="831976"/>
                </a:lnTo>
                <a:lnTo>
                  <a:pt x="161734" y="863600"/>
                </a:lnTo>
                <a:lnTo>
                  <a:pt x="196202" y="892429"/>
                </a:lnTo>
                <a:lnTo>
                  <a:pt x="233210" y="918083"/>
                </a:lnTo>
                <a:lnTo>
                  <a:pt x="272541" y="940308"/>
                </a:lnTo>
                <a:lnTo>
                  <a:pt x="313994" y="958976"/>
                </a:lnTo>
                <a:lnTo>
                  <a:pt x="357352" y="973836"/>
                </a:lnTo>
                <a:lnTo>
                  <a:pt x="402412" y="984631"/>
                </a:lnTo>
                <a:lnTo>
                  <a:pt x="448983" y="991362"/>
                </a:lnTo>
                <a:lnTo>
                  <a:pt x="496823" y="993648"/>
                </a:lnTo>
                <a:lnTo>
                  <a:pt x="544703" y="991362"/>
                </a:lnTo>
                <a:lnTo>
                  <a:pt x="591185" y="984631"/>
                </a:lnTo>
                <a:lnTo>
                  <a:pt x="636269" y="973836"/>
                </a:lnTo>
                <a:lnTo>
                  <a:pt x="679704" y="958976"/>
                </a:lnTo>
                <a:lnTo>
                  <a:pt x="721106" y="940308"/>
                </a:lnTo>
                <a:lnTo>
                  <a:pt x="760476" y="918083"/>
                </a:lnTo>
                <a:lnTo>
                  <a:pt x="797432" y="892429"/>
                </a:lnTo>
                <a:lnTo>
                  <a:pt x="831976" y="863600"/>
                </a:lnTo>
                <a:lnTo>
                  <a:pt x="863600" y="831976"/>
                </a:lnTo>
                <a:lnTo>
                  <a:pt x="892429" y="797433"/>
                </a:lnTo>
                <a:lnTo>
                  <a:pt x="918082" y="760476"/>
                </a:lnTo>
                <a:lnTo>
                  <a:pt x="940307" y="721106"/>
                </a:lnTo>
                <a:lnTo>
                  <a:pt x="958976" y="679704"/>
                </a:lnTo>
                <a:lnTo>
                  <a:pt x="973836" y="636270"/>
                </a:lnTo>
                <a:lnTo>
                  <a:pt x="984631" y="591185"/>
                </a:lnTo>
                <a:lnTo>
                  <a:pt x="991362" y="544702"/>
                </a:lnTo>
                <a:lnTo>
                  <a:pt x="993648" y="496824"/>
                </a:lnTo>
                <a:lnTo>
                  <a:pt x="991362" y="448945"/>
                </a:lnTo>
                <a:lnTo>
                  <a:pt x="984631" y="402336"/>
                </a:lnTo>
                <a:lnTo>
                  <a:pt x="973836" y="357377"/>
                </a:lnTo>
                <a:lnTo>
                  <a:pt x="958976" y="313944"/>
                </a:lnTo>
                <a:lnTo>
                  <a:pt x="940307" y="272542"/>
                </a:lnTo>
                <a:lnTo>
                  <a:pt x="918082" y="233172"/>
                </a:lnTo>
                <a:lnTo>
                  <a:pt x="892429" y="196214"/>
                </a:lnTo>
                <a:lnTo>
                  <a:pt x="863600" y="161671"/>
                </a:lnTo>
                <a:lnTo>
                  <a:pt x="831976" y="130048"/>
                </a:lnTo>
                <a:lnTo>
                  <a:pt x="797432" y="101219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1"/>
                </a:lnTo>
                <a:lnTo>
                  <a:pt x="636269" y="19812"/>
                </a:lnTo>
                <a:lnTo>
                  <a:pt x="591185" y="9017"/>
                </a:lnTo>
                <a:lnTo>
                  <a:pt x="544703" y="2286"/>
                </a:lnTo>
                <a:lnTo>
                  <a:pt x="496823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7193" y="6205220"/>
            <a:ext cx="21272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0" dirty="0">
                <a:solidFill>
                  <a:srgbClr val="FFFCFC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078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1944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479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1940" y="2758185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30392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26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7094219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4"/>
                </a:lnTo>
                <a:lnTo>
                  <a:pt x="164706" y="17017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2"/>
                </a:lnTo>
                <a:lnTo>
                  <a:pt x="4076" y="223773"/>
                </a:lnTo>
                <a:lnTo>
                  <a:pt x="0" y="272795"/>
                </a:lnTo>
                <a:lnTo>
                  <a:pt x="4076" y="321817"/>
                </a:lnTo>
                <a:lnTo>
                  <a:pt x="15824" y="367918"/>
                </a:lnTo>
                <a:lnTo>
                  <a:pt x="34543" y="410463"/>
                </a:lnTo>
                <a:lnTo>
                  <a:pt x="59499" y="448563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3"/>
                </a:lnTo>
                <a:lnTo>
                  <a:pt x="207505" y="541146"/>
                </a:lnTo>
                <a:lnTo>
                  <a:pt x="252984" y="545591"/>
                </a:lnTo>
                <a:lnTo>
                  <a:pt x="298450" y="541146"/>
                </a:lnTo>
                <a:lnTo>
                  <a:pt x="341249" y="528573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3"/>
                </a:lnTo>
                <a:lnTo>
                  <a:pt x="471424" y="410463"/>
                </a:lnTo>
                <a:lnTo>
                  <a:pt x="490093" y="367918"/>
                </a:lnTo>
                <a:lnTo>
                  <a:pt x="501904" y="321817"/>
                </a:lnTo>
                <a:lnTo>
                  <a:pt x="505968" y="272795"/>
                </a:lnTo>
                <a:lnTo>
                  <a:pt x="501904" y="223773"/>
                </a:lnTo>
                <a:lnTo>
                  <a:pt x="490093" y="177672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7"/>
                </a:lnTo>
                <a:lnTo>
                  <a:pt x="298450" y="4444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48892" y="7204659"/>
            <a:ext cx="144145" cy="956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11352"/>
            <a:ext cx="947928" cy="234696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216725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130" dirty="0"/>
              <a:t> </a:t>
            </a:r>
            <a:r>
              <a:rPr spc="-20" dirty="0"/>
              <a:t>USED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669794" y="2252218"/>
            <a:ext cx="13790930" cy="2967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Frontend: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HTML5,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CSS3,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JavaScript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Backend:</a:t>
            </a:r>
            <a:r>
              <a:rPr sz="3200" spc="-165" dirty="0">
                <a:latin typeface="Times New Roman"/>
                <a:cs typeface="Times New Roman"/>
              </a:rPr>
              <a:t> </a:t>
            </a:r>
            <a:r>
              <a:rPr lang="en-IN" sz="3200" spc="-165" dirty="0">
                <a:latin typeface="Times New Roman"/>
                <a:cs typeface="Times New Roman"/>
              </a:rPr>
              <a:t>Java, Spring Boot 3.2.5, Spring MVC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spc="-10" dirty="0">
                <a:latin typeface="Times New Roman"/>
                <a:cs typeface="Times New Roman"/>
              </a:rPr>
              <a:t>Database: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MySQL</a:t>
            </a:r>
            <a:r>
              <a:rPr lang="en-IN" sz="3200" spc="-20" dirty="0">
                <a:latin typeface="Times New Roman"/>
                <a:cs typeface="Times New Roman"/>
              </a:rPr>
              <a:t>,Spring Data JPA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Times New Roman"/>
                <a:cs typeface="Times New Roman"/>
              </a:rPr>
              <a:t>Security: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lang="en-IN" sz="3200" spc="-40" dirty="0">
                <a:latin typeface="Times New Roman"/>
                <a:cs typeface="Times New Roman"/>
              </a:rPr>
              <a:t>Spring Security, Session-based Auth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3200" spc="-20" dirty="0">
                <a:latin typeface="Times New Roman"/>
                <a:cs typeface="Times New Roman"/>
              </a:rPr>
              <a:t>Tools: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lang="en-IN" sz="3200" spc="-160" dirty="0">
                <a:latin typeface="Times New Roman"/>
                <a:cs typeface="Times New Roman"/>
              </a:rPr>
              <a:t>VS Code(IDE), Maven, Postman</a:t>
            </a:r>
            <a:endParaRPr sz="3200" dirty="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200" dirty="0">
                <a:latin typeface="Times New Roman"/>
                <a:cs typeface="Times New Roman"/>
              </a:rPr>
              <a:t>Requirements: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lang="en-IN" sz="3200" spc="-114" dirty="0">
                <a:latin typeface="Times New Roman"/>
                <a:cs typeface="Times New Roman"/>
              </a:rPr>
              <a:t>Browser, JDK 21, MySQL Server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5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5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1402" y="6888606"/>
            <a:ext cx="20955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50" dirty="0">
                <a:solidFill>
                  <a:srgbClr val="FFFCFC"/>
                </a:solidFill>
                <a:latin typeface="Tahoma"/>
                <a:cs typeface="Tahoma"/>
              </a:rPr>
              <a:t>8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078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1944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479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1940" y="2758185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30392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26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4988" y="6098285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311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16987519" y="1997329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092" y="0"/>
                </a:moveTo>
                <a:lnTo>
                  <a:pt x="1082294" y="46227"/>
                </a:lnTo>
                <a:lnTo>
                  <a:pt x="1055624" y="82550"/>
                </a:lnTo>
                <a:lnTo>
                  <a:pt x="1029208" y="118999"/>
                </a:lnTo>
                <a:lnTo>
                  <a:pt x="1003046" y="155701"/>
                </a:lnTo>
                <a:lnTo>
                  <a:pt x="977265" y="192531"/>
                </a:lnTo>
                <a:lnTo>
                  <a:pt x="951738" y="229743"/>
                </a:lnTo>
                <a:lnTo>
                  <a:pt x="926465" y="267080"/>
                </a:lnTo>
                <a:lnTo>
                  <a:pt x="901573" y="304546"/>
                </a:lnTo>
                <a:lnTo>
                  <a:pt x="876935" y="342392"/>
                </a:lnTo>
                <a:lnTo>
                  <a:pt x="852551" y="380365"/>
                </a:lnTo>
                <a:lnTo>
                  <a:pt x="828548" y="418592"/>
                </a:lnTo>
                <a:lnTo>
                  <a:pt x="804799" y="456946"/>
                </a:lnTo>
                <a:lnTo>
                  <a:pt x="781431" y="495553"/>
                </a:lnTo>
                <a:lnTo>
                  <a:pt x="758317" y="534416"/>
                </a:lnTo>
                <a:lnTo>
                  <a:pt x="735584" y="573404"/>
                </a:lnTo>
                <a:lnTo>
                  <a:pt x="713105" y="612648"/>
                </a:lnTo>
                <a:lnTo>
                  <a:pt x="690880" y="652145"/>
                </a:lnTo>
                <a:lnTo>
                  <a:pt x="669036" y="691769"/>
                </a:lnTo>
                <a:lnTo>
                  <a:pt x="647573" y="731520"/>
                </a:lnTo>
                <a:lnTo>
                  <a:pt x="626364" y="771651"/>
                </a:lnTo>
                <a:lnTo>
                  <a:pt x="605409" y="811784"/>
                </a:lnTo>
                <a:lnTo>
                  <a:pt x="584835" y="852297"/>
                </a:lnTo>
                <a:lnTo>
                  <a:pt x="564642" y="892810"/>
                </a:lnTo>
                <a:lnTo>
                  <a:pt x="544703" y="933703"/>
                </a:lnTo>
                <a:lnTo>
                  <a:pt x="525145" y="974598"/>
                </a:lnTo>
                <a:lnTo>
                  <a:pt x="505841" y="1015873"/>
                </a:lnTo>
                <a:lnTo>
                  <a:pt x="486918" y="1057148"/>
                </a:lnTo>
                <a:lnTo>
                  <a:pt x="468249" y="1098677"/>
                </a:lnTo>
                <a:lnTo>
                  <a:pt x="450088" y="1140460"/>
                </a:lnTo>
                <a:lnTo>
                  <a:pt x="432053" y="1182370"/>
                </a:lnTo>
                <a:lnTo>
                  <a:pt x="414528" y="1224406"/>
                </a:lnTo>
                <a:lnTo>
                  <a:pt x="397256" y="1266698"/>
                </a:lnTo>
                <a:lnTo>
                  <a:pt x="380365" y="1309116"/>
                </a:lnTo>
                <a:lnTo>
                  <a:pt x="363728" y="1351661"/>
                </a:lnTo>
                <a:lnTo>
                  <a:pt x="347599" y="1394460"/>
                </a:lnTo>
                <a:lnTo>
                  <a:pt x="331724" y="1437386"/>
                </a:lnTo>
                <a:lnTo>
                  <a:pt x="316103" y="1480566"/>
                </a:lnTo>
                <a:lnTo>
                  <a:pt x="300990" y="1523746"/>
                </a:lnTo>
                <a:lnTo>
                  <a:pt x="286131" y="1567179"/>
                </a:lnTo>
                <a:lnTo>
                  <a:pt x="271653" y="1610868"/>
                </a:lnTo>
                <a:lnTo>
                  <a:pt x="257556" y="1654555"/>
                </a:lnTo>
                <a:lnTo>
                  <a:pt x="243840" y="1698498"/>
                </a:lnTo>
                <a:lnTo>
                  <a:pt x="230378" y="1742567"/>
                </a:lnTo>
                <a:lnTo>
                  <a:pt x="217297" y="1786890"/>
                </a:lnTo>
                <a:lnTo>
                  <a:pt x="204724" y="1831213"/>
                </a:lnTo>
                <a:lnTo>
                  <a:pt x="192405" y="1875790"/>
                </a:lnTo>
                <a:lnTo>
                  <a:pt x="180340" y="1920494"/>
                </a:lnTo>
                <a:lnTo>
                  <a:pt x="168783" y="1965325"/>
                </a:lnTo>
                <a:lnTo>
                  <a:pt x="157607" y="2010283"/>
                </a:lnTo>
                <a:lnTo>
                  <a:pt x="146685" y="2055368"/>
                </a:lnTo>
                <a:lnTo>
                  <a:pt x="136271" y="2100707"/>
                </a:lnTo>
                <a:lnTo>
                  <a:pt x="126111" y="2146046"/>
                </a:lnTo>
                <a:lnTo>
                  <a:pt x="116459" y="2191639"/>
                </a:lnTo>
                <a:lnTo>
                  <a:pt x="107061" y="2237359"/>
                </a:lnTo>
                <a:lnTo>
                  <a:pt x="98171" y="2283206"/>
                </a:lnTo>
                <a:lnTo>
                  <a:pt x="89535" y="2329180"/>
                </a:lnTo>
                <a:lnTo>
                  <a:pt x="81280" y="2375281"/>
                </a:lnTo>
                <a:lnTo>
                  <a:pt x="73533" y="2421509"/>
                </a:lnTo>
                <a:lnTo>
                  <a:pt x="66040" y="2467864"/>
                </a:lnTo>
                <a:lnTo>
                  <a:pt x="59055" y="2514346"/>
                </a:lnTo>
                <a:lnTo>
                  <a:pt x="52324" y="2560955"/>
                </a:lnTo>
                <a:lnTo>
                  <a:pt x="46101" y="2607691"/>
                </a:lnTo>
                <a:lnTo>
                  <a:pt x="40132" y="2654554"/>
                </a:lnTo>
                <a:lnTo>
                  <a:pt x="34671" y="2701544"/>
                </a:lnTo>
                <a:lnTo>
                  <a:pt x="29591" y="2748661"/>
                </a:lnTo>
                <a:lnTo>
                  <a:pt x="24892" y="2795905"/>
                </a:lnTo>
                <a:lnTo>
                  <a:pt x="20574" y="2843276"/>
                </a:lnTo>
                <a:lnTo>
                  <a:pt x="16764" y="2890647"/>
                </a:lnTo>
                <a:lnTo>
                  <a:pt x="13208" y="2938272"/>
                </a:lnTo>
                <a:lnTo>
                  <a:pt x="10160" y="2985897"/>
                </a:lnTo>
                <a:lnTo>
                  <a:pt x="7493" y="3033776"/>
                </a:lnTo>
                <a:lnTo>
                  <a:pt x="5207" y="3081655"/>
                </a:lnTo>
                <a:lnTo>
                  <a:pt x="3301" y="3129661"/>
                </a:lnTo>
                <a:lnTo>
                  <a:pt x="1905" y="3177667"/>
                </a:lnTo>
                <a:lnTo>
                  <a:pt x="889" y="3225927"/>
                </a:lnTo>
                <a:lnTo>
                  <a:pt x="253" y="3274187"/>
                </a:lnTo>
                <a:lnTo>
                  <a:pt x="0" y="3322701"/>
                </a:lnTo>
                <a:lnTo>
                  <a:pt x="253" y="3371088"/>
                </a:lnTo>
                <a:lnTo>
                  <a:pt x="889" y="3419348"/>
                </a:lnTo>
                <a:lnTo>
                  <a:pt x="1905" y="3467608"/>
                </a:lnTo>
                <a:lnTo>
                  <a:pt x="3301" y="3515741"/>
                </a:lnTo>
                <a:lnTo>
                  <a:pt x="5207" y="3563747"/>
                </a:lnTo>
                <a:lnTo>
                  <a:pt x="7493" y="3611626"/>
                </a:lnTo>
                <a:lnTo>
                  <a:pt x="10160" y="3659378"/>
                </a:lnTo>
                <a:lnTo>
                  <a:pt x="13208" y="3707130"/>
                </a:lnTo>
                <a:lnTo>
                  <a:pt x="16764" y="3754628"/>
                </a:lnTo>
                <a:lnTo>
                  <a:pt x="20574" y="3802126"/>
                </a:lnTo>
                <a:lnTo>
                  <a:pt x="24892" y="3849370"/>
                </a:lnTo>
                <a:lnTo>
                  <a:pt x="29591" y="3896614"/>
                </a:lnTo>
                <a:lnTo>
                  <a:pt x="34671" y="3943731"/>
                </a:lnTo>
                <a:lnTo>
                  <a:pt x="40132" y="3990721"/>
                </a:lnTo>
                <a:lnTo>
                  <a:pt x="46101" y="4037584"/>
                </a:lnTo>
                <a:lnTo>
                  <a:pt x="52324" y="4084320"/>
                </a:lnTo>
                <a:lnTo>
                  <a:pt x="59055" y="4130929"/>
                </a:lnTo>
                <a:lnTo>
                  <a:pt x="66040" y="4177411"/>
                </a:lnTo>
                <a:lnTo>
                  <a:pt x="73533" y="4223766"/>
                </a:lnTo>
                <a:lnTo>
                  <a:pt x="81280" y="4270121"/>
                </a:lnTo>
                <a:lnTo>
                  <a:pt x="89535" y="4316222"/>
                </a:lnTo>
                <a:lnTo>
                  <a:pt x="98171" y="4362069"/>
                </a:lnTo>
                <a:lnTo>
                  <a:pt x="107061" y="4407916"/>
                </a:lnTo>
                <a:lnTo>
                  <a:pt x="116459" y="4453636"/>
                </a:lnTo>
                <a:lnTo>
                  <a:pt x="126111" y="4499229"/>
                </a:lnTo>
                <a:lnTo>
                  <a:pt x="136271" y="4544568"/>
                </a:lnTo>
                <a:lnTo>
                  <a:pt x="146685" y="4589907"/>
                </a:lnTo>
                <a:lnTo>
                  <a:pt x="157607" y="4634992"/>
                </a:lnTo>
                <a:lnTo>
                  <a:pt x="168783" y="4680077"/>
                </a:lnTo>
                <a:lnTo>
                  <a:pt x="180340" y="4724908"/>
                </a:lnTo>
                <a:lnTo>
                  <a:pt x="192405" y="4769612"/>
                </a:lnTo>
                <a:lnTo>
                  <a:pt x="204724" y="4814062"/>
                </a:lnTo>
                <a:lnTo>
                  <a:pt x="217297" y="4858512"/>
                </a:lnTo>
                <a:lnTo>
                  <a:pt x="230378" y="4902708"/>
                </a:lnTo>
                <a:lnTo>
                  <a:pt x="243840" y="4946777"/>
                </a:lnTo>
                <a:lnTo>
                  <a:pt x="257556" y="4990719"/>
                </a:lnTo>
                <a:lnTo>
                  <a:pt x="271653" y="5034407"/>
                </a:lnTo>
                <a:lnTo>
                  <a:pt x="286131" y="5078095"/>
                </a:lnTo>
                <a:lnTo>
                  <a:pt x="300990" y="5121529"/>
                </a:lnTo>
                <a:lnTo>
                  <a:pt x="316103" y="5164836"/>
                </a:lnTo>
                <a:lnTo>
                  <a:pt x="331724" y="5207889"/>
                </a:lnTo>
                <a:lnTo>
                  <a:pt x="347599" y="5250815"/>
                </a:lnTo>
                <a:lnTo>
                  <a:pt x="363728" y="5293614"/>
                </a:lnTo>
                <a:lnTo>
                  <a:pt x="380365" y="5336159"/>
                </a:lnTo>
                <a:lnTo>
                  <a:pt x="397256" y="5378577"/>
                </a:lnTo>
                <a:lnTo>
                  <a:pt x="414528" y="5420868"/>
                </a:lnTo>
                <a:lnTo>
                  <a:pt x="432053" y="5463032"/>
                </a:lnTo>
                <a:lnTo>
                  <a:pt x="450088" y="5504815"/>
                </a:lnTo>
                <a:lnTo>
                  <a:pt x="468249" y="5546598"/>
                </a:lnTo>
                <a:lnTo>
                  <a:pt x="486918" y="5588127"/>
                </a:lnTo>
                <a:lnTo>
                  <a:pt x="505841" y="5629529"/>
                </a:lnTo>
                <a:lnTo>
                  <a:pt x="525145" y="5670677"/>
                </a:lnTo>
                <a:lnTo>
                  <a:pt x="544703" y="5711698"/>
                </a:lnTo>
                <a:lnTo>
                  <a:pt x="564642" y="5752465"/>
                </a:lnTo>
                <a:lnTo>
                  <a:pt x="584835" y="5793105"/>
                </a:lnTo>
                <a:lnTo>
                  <a:pt x="605409" y="5833491"/>
                </a:lnTo>
                <a:lnTo>
                  <a:pt x="626364" y="5873750"/>
                </a:lnTo>
                <a:lnTo>
                  <a:pt x="647573" y="5913755"/>
                </a:lnTo>
                <a:lnTo>
                  <a:pt x="669036" y="5953506"/>
                </a:lnTo>
                <a:lnTo>
                  <a:pt x="690880" y="5993257"/>
                </a:lnTo>
                <a:lnTo>
                  <a:pt x="713105" y="6032627"/>
                </a:lnTo>
                <a:lnTo>
                  <a:pt x="735584" y="6071870"/>
                </a:lnTo>
                <a:lnTo>
                  <a:pt x="758317" y="6110859"/>
                </a:lnTo>
                <a:lnTo>
                  <a:pt x="781431" y="6149721"/>
                </a:lnTo>
                <a:lnTo>
                  <a:pt x="804799" y="6188329"/>
                </a:lnTo>
                <a:lnTo>
                  <a:pt x="828548" y="6226810"/>
                </a:lnTo>
                <a:lnTo>
                  <a:pt x="852551" y="6264910"/>
                </a:lnTo>
                <a:lnTo>
                  <a:pt x="876935" y="6303010"/>
                </a:lnTo>
                <a:lnTo>
                  <a:pt x="901573" y="6340729"/>
                </a:lnTo>
                <a:lnTo>
                  <a:pt x="926465" y="6378321"/>
                </a:lnTo>
                <a:lnTo>
                  <a:pt x="951738" y="6415659"/>
                </a:lnTo>
                <a:lnTo>
                  <a:pt x="977265" y="6452743"/>
                </a:lnTo>
                <a:lnTo>
                  <a:pt x="1003046" y="6489700"/>
                </a:lnTo>
                <a:lnTo>
                  <a:pt x="1029208" y="6526403"/>
                </a:lnTo>
                <a:lnTo>
                  <a:pt x="1055624" y="6562852"/>
                </a:lnTo>
                <a:lnTo>
                  <a:pt x="1082294" y="6599047"/>
                </a:lnTo>
                <a:lnTo>
                  <a:pt x="1109218" y="6634988"/>
                </a:lnTo>
                <a:lnTo>
                  <a:pt x="1117092" y="6645275"/>
                </a:lnTo>
              </a:path>
            </a:pathLst>
          </a:custGeom>
          <a:ln w="515112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1984375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80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114" dirty="0"/>
              <a:t> </a:t>
            </a:r>
            <a:r>
              <a:rPr dirty="0"/>
              <a:t>1:</a:t>
            </a:r>
            <a:r>
              <a:rPr spc="-195" dirty="0"/>
              <a:t> </a:t>
            </a:r>
            <a:r>
              <a:rPr dirty="0"/>
              <a:t>Authentication</a:t>
            </a:r>
            <a:r>
              <a:rPr spc="-14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User</a:t>
            </a:r>
            <a:r>
              <a:rPr spc="-110" dirty="0"/>
              <a:t> </a:t>
            </a:r>
            <a:r>
              <a:rPr spc="-10" dirty="0"/>
              <a:t>Management</a:t>
            </a:r>
          </a:p>
          <a:p>
            <a:pPr marL="12700" marR="530225" indent="645795">
              <a:lnSpc>
                <a:spcPct val="100000"/>
              </a:lnSpc>
              <a:spcBef>
                <a:spcPts val="5"/>
              </a:spcBef>
            </a:pPr>
            <a:r>
              <a:rPr b="0" dirty="0">
                <a:latin typeface="Times New Roman"/>
                <a:cs typeface="Times New Roman"/>
              </a:rPr>
              <a:t>Handles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student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registration,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student</a:t>
            </a:r>
            <a:r>
              <a:rPr b="0" spc="-1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login,</a:t>
            </a:r>
            <a:r>
              <a:rPr b="0" spc="-9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admin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login,</a:t>
            </a:r>
            <a:r>
              <a:rPr b="0" spc="-10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JWT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token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generation,</a:t>
            </a:r>
            <a:r>
              <a:rPr b="0" spc="-100" dirty="0">
                <a:latin typeface="Times New Roman"/>
                <a:cs typeface="Times New Roman"/>
              </a:rPr>
              <a:t> </a:t>
            </a:r>
            <a:r>
              <a:rPr b="0" spc="-25" dirty="0">
                <a:latin typeface="Times New Roman"/>
                <a:cs typeface="Times New Roman"/>
              </a:rPr>
              <a:t>and </a:t>
            </a:r>
            <a:r>
              <a:rPr b="0" dirty="0">
                <a:latin typeface="Times New Roman"/>
                <a:cs typeface="Times New Roman"/>
              </a:rPr>
              <a:t>role-based</a:t>
            </a:r>
            <a:r>
              <a:rPr b="0" spc="-17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access.</a:t>
            </a:r>
          </a:p>
          <a:p>
            <a:pPr marL="12700">
              <a:lnSpc>
                <a:spcPct val="100000"/>
              </a:lnSpc>
            </a:pPr>
            <a:r>
              <a:rPr dirty="0"/>
              <a:t>Module</a:t>
            </a:r>
            <a:r>
              <a:rPr spc="-90" dirty="0"/>
              <a:t> </a:t>
            </a:r>
            <a:r>
              <a:rPr dirty="0"/>
              <a:t>2:</a:t>
            </a:r>
            <a:r>
              <a:rPr spc="-35" dirty="0"/>
              <a:t> </a:t>
            </a:r>
            <a:r>
              <a:rPr dirty="0"/>
              <a:t>Event</a:t>
            </a:r>
            <a:r>
              <a:rPr spc="-60" dirty="0"/>
              <a:t> </a:t>
            </a:r>
            <a:r>
              <a:rPr spc="-10" dirty="0"/>
              <a:t>Management</a:t>
            </a:r>
          </a:p>
          <a:p>
            <a:pPr marL="12700" marR="1236345" indent="645795">
              <a:lnSpc>
                <a:spcPct val="100000"/>
              </a:lnSpc>
            </a:pPr>
            <a:r>
              <a:rPr b="0" dirty="0">
                <a:latin typeface="Times New Roman"/>
                <a:cs typeface="Times New Roman"/>
              </a:rPr>
              <a:t>Allows</a:t>
            </a:r>
            <a:r>
              <a:rPr b="0" spc="-10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admins</a:t>
            </a:r>
            <a:r>
              <a:rPr b="0" spc="-10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create,</a:t>
            </a:r>
            <a:r>
              <a:rPr b="0" spc="-1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view,</a:t>
            </a:r>
            <a:r>
              <a:rPr b="0" spc="-10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10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delete</a:t>
            </a:r>
            <a:r>
              <a:rPr b="0" spc="-1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campus</a:t>
            </a:r>
            <a:r>
              <a:rPr b="0" spc="-8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events</a:t>
            </a:r>
            <a:r>
              <a:rPr b="0" spc="-1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with</a:t>
            </a:r>
            <a:r>
              <a:rPr b="0" spc="-8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title,</a:t>
            </a:r>
            <a:r>
              <a:rPr b="0" spc="-12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description, </a:t>
            </a:r>
            <a:r>
              <a:rPr b="0" dirty="0">
                <a:latin typeface="Times New Roman"/>
                <a:cs typeface="Times New Roman"/>
              </a:rPr>
              <a:t>date,</a:t>
            </a:r>
            <a:r>
              <a:rPr b="0" spc="-10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location,</a:t>
            </a:r>
            <a:r>
              <a:rPr b="0" spc="-1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7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capacity.</a:t>
            </a:r>
          </a:p>
          <a:p>
            <a:pPr marL="12700">
              <a:lnSpc>
                <a:spcPct val="100000"/>
              </a:lnSpc>
            </a:pPr>
            <a:r>
              <a:rPr dirty="0"/>
              <a:t>Module</a:t>
            </a:r>
            <a:r>
              <a:rPr spc="-110" dirty="0"/>
              <a:t> </a:t>
            </a:r>
            <a:r>
              <a:rPr dirty="0"/>
              <a:t>3:</a:t>
            </a:r>
            <a:r>
              <a:rPr spc="-20" dirty="0"/>
              <a:t> </a:t>
            </a:r>
            <a:r>
              <a:rPr dirty="0"/>
              <a:t>Registration</a:t>
            </a:r>
            <a:r>
              <a:rPr spc="-120" dirty="0"/>
              <a:t> </a:t>
            </a:r>
            <a:r>
              <a:rPr spc="-10" dirty="0"/>
              <a:t>Management</a:t>
            </a:r>
          </a:p>
          <a:p>
            <a:pPr marL="12700" marR="5080" indent="645795">
              <a:lnSpc>
                <a:spcPct val="100000"/>
              </a:lnSpc>
            </a:pPr>
            <a:r>
              <a:rPr b="0" dirty="0">
                <a:latin typeface="Times New Roman"/>
                <a:cs typeface="Times New Roman"/>
              </a:rPr>
              <a:t>Allows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students</a:t>
            </a:r>
            <a:r>
              <a:rPr b="0" spc="-1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register</a:t>
            </a:r>
            <a:r>
              <a:rPr b="0" spc="-9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for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events,</a:t>
            </a:r>
            <a:r>
              <a:rPr b="0" spc="-1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prevents</a:t>
            </a:r>
            <a:r>
              <a:rPr b="0" spc="-1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duplicate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registration,</a:t>
            </a:r>
            <a:r>
              <a:rPr b="0" spc="-10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checks</a:t>
            </a:r>
            <a:r>
              <a:rPr b="0" spc="-12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event capacity.</a:t>
            </a:r>
          </a:p>
          <a:p>
            <a:pPr marL="12700">
              <a:lnSpc>
                <a:spcPct val="100000"/>
              </a:lnSpc>
            </a:pPr>
            <a:r>
              <a:rPr dirty="0"/>
              <a:t>Module</a:t>
            </a:r>
            <a:r>
              <a:rPr spc="-95" dirty="0"/>
              <a:t> </a:t>
            </a:r>
            <a:r>
              <a:rPr dirty="0"/>
              <a:t>4:</a:t>
            </a:r>
            <a:r>
              <a:rPr spc="-15" dirty="0"/>
              <a:t> </a:t>
            </a:r>
            <a:r>
              <a:rPr dirty="0"/>
              <a:t>Database</a:t>
            </a:r>
            <a:r>
              <a:rPr spc="-75" dirty="0"/>
              <a:t> </a:t>
            </a:r>
            <a:r>
              <a:rPr spc="-10" dirty="0"/>
              <a:t>and</a:t>
            </a:r>
            <a:r>
              <a:rPr spc="-190" dirty="0"/>
              <a:t> </a:t>
            </a:r>
            <a:r>
              <a:rPr dirty="0"/>
              <a:t>API </a:t>
            </a:r>
            <a:r>
              <a:rPr spc="-10" dirty="0"/>
              <a:t>Integration</a:t>
            </a:r>
          </a:p>
          <a:p>
            <a:pPr marL="12700" marR="1306195" indent="645795">
              <a:lnSpc>
                <a:spcPct val="100000"/>
              </a:lnSpc>
            </a:pPr>
            <a:r>
              <a:rPr b="0" dirty="0">
                <a:latin typeface="Times New Roman"/>
                <a:cs typeface="Times New Roman"/>
              </a:rPr>
              <a:t>Connects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frontend</a:t>
            </a:r>
            <a:r>
              <a:rPr b="0" spc="-1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pages</a:t>
            </a:r>
            <a:r>
              <a:rPr b="0" spc="-114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with</a:t>
            </a:r>
            <a:r>
              <a:rPr b="0" spc="-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backend</a:t>
            </a:r>
            <a:r>
              <a:rPr b="0" spc="-2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APIs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MySQL</a:t>
            </a:r>
            <a:r>
              <a:rPr b="0" spc="-1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tables</a:t>
            </a:r>
            <a:r>
              <a:rPr b="0" spc="-10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for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storing</a:t>
            </a:r>
            <a:r>
              <a:rPr b="0" spc="-100" dirty="0">
                <a:latin typeface="Times New Roman"/>
                <a:cs typeface="Times New Roman"/>
              </a:rPr>
              <a:t> </a:t>
            </a:r>
            <a:r>
              <a:rPr b="0" spc="-25" dirty="0">
                <a:latin typeface="Times New Roman"/>
                <a:cs typeface="Times New Roman"/>
              </a:rPr>
              <a:t>and </a:t>
            </a:r>
            <a:r>
              <a:rPr b="0" dirty="0">
                <a:latin typeface="Times New Roman"/>
                <a:cs typeface="Times New Roman"/>
              </a:rPr>
              <a:t>retrieving</a:t>
            </a:r>
            <a:r>
              <a:rPr b="0" spc="-85" dirty="0">
                <a:latin typeface="Times New Roman"/>
                <a:cs typeface="Times New Roman"/>
              </a:rPr>
              <a:t> </a:t>
            </a:r>
            <a:r>
              <a:rPr b="0" spc="-20" dirty="0">
                <a:latin typeface="Times New Roman"/>
                <a:cs typeface="Times New Roman"/>
              </a:rPr>
              <a:t>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5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5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60221" y="2091944"/>
            <a:ext cx="516255" cy="523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 algn="ctr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7145"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7145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508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14604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1430"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2032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r>
              <a:rPr sz="2400" b="1" spc="-15" dirty="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311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6994632" y="1997329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091" y="0"/>
                </a:moveTo>
                <a:lnTo>
                  <a:pt x="1082294" y="46227"/>
                </a:lnTo>
                <a:lnTo>
                  <a:pt x="1055623" y="82550"/>
                </a:lnTo>
                <a:lnTo>
                  <a:pt x="1029207" y="118999"/>
                </a:lnTo>
                <a:lnTo>
                  <a:pt x="1003046" y="155701"/>
                </a:lnTo>
                <a:lnTo>
                  <a:pt x="977264" y="192531"/>
                </a:lnTo>
                <a:lnTo>
                  <a:pt x="951737" y="229743"/>
                </a:lnTo>
                <a:lnTo>
                  <a:pt x="926464" y="267080"/>
                </a:lnTo>
                <a:lnTo>
                  <a:pt x="901573" y="304546"/>
                </a:lnTo>
                <a:lnTo>
                  <a:pt x="876934" y="342392"/>
                </a:lnTo>
                <a:lnTo>
                  <a:pt x="852550" y="380365"/>
                </a:lnTo>
                <a:lnTo>
                  <a:pt x="828548" y="418592"/>
                </a:lnTo>
                <a:lnTo>
                  <a:pt x="804798" y="456946"/>
                </a:lnTo>
                <a:lnTo>
                  <a:pt x="781430" y="495553"/>
                </a:lnTo>
                <a:lnTo>
                  <a:pt x="758316" y="534416"/>
                </a:lnTo>
                <a:lnTo>
                  <a:pt x="735583" y="573404"/>
                </a:lnTo>
                <a:lnTo>
                  <a:pt x="713104" y="612648"/>
                </a:lnTo>
                <a:lnTo>
                  <a:pt x="690879" y="652145"/>
                </a:lnTo>
                <a:lnTo>
                  <a:pt x="669035" y="691769"/>
                </a:lnTo>
                <a:lnTo>
                  <a:pt x="647573" y="731520"/>
                </a:lnTo>
                <a:lnTo>
                  <a:pt x="626363" y="771651"/>
                </a:lnTo>
                <a:lnTo>
                  <a:pt x="605408" y="811784"/>
                </a:lnTo>
                <a:lnTo>
                  <a:pt x="584834" y="852297"/>
                </a:lnTo>
                <a:lnTo>
                  <a:pt x="564641" y="892810"/>
                </a:lnTo>
                <a:lnTo>
                  <a:pt x="544702" y="933703"/>
                </a:lnTo>
                <a:lnTo>
                  <a:pt x="525144" y="974598"/>
                </a:lnTo>
                <a:lnTo>
                  <a:pt x="505840" y="1015873"/>
                </a:lnTo>
                <a:lnTo>
                  <a:pt x="486917" y="1057148"/>
                </a:lnTo>
                <a:lnTo>
                  <a:pt x="468248" y="1098677"/>
                </a:lnTo>
                <a:lnTo>
                  <a:pt x="450087" y="1140460"/>
                </a:lnTo>
                <a:lnTo>
                  <a:pt x="432053" y="1182370"/>
                </a:lnTo>
                <a:lnTo>
                  <a:pt x="414527" y="1224406"/>
                </a:lnTo>
                <a:lnTo>
                  <a:pt x="397255" y="1266698"/>
                </a:lnTo>
                <a:lnTo>
                  <a:pt x="380364" y="1309116"/>
                </a:lnTo>
                <a:lnTo>
                  <a:pt x="363727" y="1351661"/>
                </a:lnTo>
                <a:lnTo>
                  <a:pt x="347598" y="1394460"/>
                </a:lnTo>
                <a:lnTo>
                  <a:pt x="331723" y="1437386"/>
                </a:lnTo>
                <a:lnTo>
                  <a:pt x="316102" y="1480566"/>
                </a:lnTo>
                <a:lnTo>
                  <a:pt x="300989" y="1523746"/>
                </a:lnTo>
                <a:lnTo>
                  <a:pt x="286130" y="1567179"/>
                </a:lnTo>
                <a:lnTo>
                  <a:pt x="271652" y="1610868"/>
                </a:lnTo>
                <a:lnTo>
                  <a:pt x="257555" y="1654555"/>
                </a:lnTo>
                <a:lnTo>
                  <a:pt x="243839" y="1698498"/>
                </a:lnTo>
                <a:lnTo>
                  <a:pt x="230377" y="1742567"/>
                </a:lnTo>
                <a:lnTo>
                  <a:pt x="217296" y="1786890"/>
                </a:lnTo>
                <a:lnTo>
                  <a:pt x="204723" y="1831213"/>
                </a:lnTo>
                <a:lnTo>
                  <a:pt x="192404" y="1875790"/>
                </a:lnTo>
                <a:lnTo>
                  <a:pt x="180339" y="1920494"/>
                </a:lnTo>
                <a:lnTo>
                  <a:pt x="168782" y="1965325"/>
                </a:lnTo>
                <a:lnTo>
                  <a:pt x="157606" y="2010283"/>
                </a:lnTo>
                <a:lnTo>
                  <a:pt x="146684" y="2055368"/>
                </a:lnTo>
                <a:lnTo>
                  <a:pt x="136271" y="2100707"/>
                </a:lnTo>
                <a:lnTo>
                  <a:pt x="126110" y="2146046"/>
                </a:lnTo>
                <a:lnTo>
                  <a:pt x="116458" y="2191639"/>
                </a:lnTo>
                <a:lnTo>
                  <a:pt x="107060" y="2237359"/>
                </a:lnTo>
                <a:lnTo>
                  <a:pt x="98171" y="2283206"/>
                </a:lnTo>
                <a:lnTo>
                  <a:pt x="89534" y="2329180"/>
                </a:lnTo>
                <a:lnTo>
                  <a:pt x="81279" y="2375281"/>
                </a:lnTo>
                <a:lnTo>
                  <a:pt x="73532" y="2421509"/>
                </a:lnTo>
                <a:lnTo>
                  <a:pt x="66039" y="2467864"/>
                </a:lnTo>
                <a:lnTo>
                  <a:pt x="58927" y="2514346"/>
                </a:lnTo>
                <a:lnTo>
                  <a:pt x="52323" y="2560955"/>
                </a:lnTo>
                <a:lnTo>
                  <a:pt x="46100" y="2607691"/>
                </a:lnTo>
                <a:lnTo>
                  <a:pt x="40131" y="2654554"/>
                </a:lnTo>
                <a:lnTo>
                  <a:pt x="34671" y="2701544"/>
                </a:lnTo>
                <a:lnTo>
                  <a:pt x="29590" y="2748661"/>
                </a:lnTo>
                <a:lnTo>
                  <a:pt x="24891" y="2795905"/>
                </a:lnTo>
                <a:lnTo>
                  <a:pt x="20573" y="2843276"/>
                </a:lnTo>
                <a:lnTo>
                  <a:pt x="16763" y="2890647"/>
                </a:lnTo>
                <a:lnTo>
                  <a:pt x="13207" y="2938272"/>
                </a:lnTo>
                <a:lnTo>
                  <a:pt x="10159" y="2985897"/>
                </a:lnTo>
                <a:lnTo>
                  <a:pt x="7492" y="3033776"/>
                </a:lnTo>
                <a:lnTo>
                  <a:pt x="5206" y="3081655"/>
                </a:lnTo>
                <a:lnTo>
                  <a:pt x="3301" y="3129661"/>
                </a:lnTo>
                <a:lnTo>
                  <a:pt x="1904" y="3177667"/>
                </a:lnTo>
                <a:lnTo>
                  <a:pt x="888" y="3225927"/>
                </a:lnTo>
                <a:lnTo>
                  <a:pt x="253" y="3274187"/>
                </a:lnTo>
                <a:lnTo>
                  <a:pt x="0" y="3322701"/>
                </a:lnTo>
                <a:lnTo>
                  <a:pt x="253" y="3371088"/>
                </a:lnTo>
                <a:lnTo>
                  <a:pt x="888" y="3419348"/>
                </a:lnTo>
                <a:lnTo>
                  <a:pt x="1904" y="3467608"/>
                </a:lnTo>
                <a:lnTo>
                  <a:pt x="3301" y="3515741"/>
                </a:lnTo>
                <a:lnTo>
                  <a:pt x="5206" y="3563747"/>
                </a:lnTo>
                <a:lnTo>
                  <a:pt x="7492" y="3611626"/>
                </a:lnTo>
                <a:lnTo>
                  <a:pt x="10159" y="3659378"/>
                </a:lnTo>
                <a:lnTo>
                  <a:pt x="13207" y="3707130"/>
                </a:lnTo>
                <a:lnTo>
                  <a:pt x="16763" y="3754628"/>
                </a:lnTo>
                <a:lnTo>
                  <a:pt x="20573" y="3802126"/>
                </a:lnTo>
                <a:lnTo>
                  <a:pt x="24891" y="3849370"/>
                </a:lnTo>
                <a:lnTo>
                  <a:pt x="29590" y="3896614"/>
                </a:lnTo>
                <a:lnTo>
                  <a:pt x="34671" y="3943731"/>
                </a:lnTo>
                <a:lnTo>
                  <a:pt x="40131" y="3990721"/>
                </a:lnTo>
                <a:lnTo>
                  <a:pt x="46100" y="4037584"/>
                </a:lnTo>
                <a:lnTo>
                  <a:pt x="52323" y="4084320"/>
                </a:lnTo>
                <a:lnTo>
                  <a:pt x="58927" y="4130929"/>
                </a:lnTo>
                <a:lnTo>
                  <a:pt x="66039" y="4177411"/>
                </a:lnTo>
                <a:lnTo>
                  <a:pt x="73532" y="4223766"/>
                </a:lnTo>
                <a:lnTo>
                  <a:pt x="81279" y="4270121"/>
                </a:lnTo>
                <a:lnTo>
                  <a:pt x="89534" y="4316222"/>
                </a:lnTo>
                <a:lnTo>
                  <a:pt x="98171" y="4362069"/>
                </a:lnTo>
                <a:lnTo>
                  <a:pt x="107060" y="4407916"/>
                </a:lnTo>
                <a:lnTo>
                  <a:pt x="116458" y="4453636"/>
                </a:lnTo>
                <a:lnTo>
                  <a:pt x="126110" y="4499229"/>
                </a:lnTo>
                <a:lnTo>
                  <a:pt x="136271" y="4544568"/>
                </a:lnTo>
                <a:lnTo>
                  <a:pt x="146684" y="4589907"/>
                </a:lnTo>
                <a:lnTo>
                  <a:pt x="157606" y="4634992"/>
                </a:lnTo>
                <a:lnTo>
                  <a:pt x="168782" y="4680077"/>
                </a:lnTo>
                <a:lnTo>
                  <a:pt x="180339" y="4724908"/>
                </a:lnTo>
                <a:lnTo>
                  <a:pt x="192404" y="4769612"/>
                </a:lnTo>
                <a:lnTo>
                  <a:pt x="204723" y="4814062"/>
                </a:lnTo>
                <a:lnTo>
                  <a:pt x="217296" y="4858512"/>
                </a:lnTo>
                <a:lnTo>
                  <a:pt x="230377" y="4902708"/>
                </a:lnTo>
                <a:lnTo>
                  <a:pt x="243839" y="4946777"/>
                </a:lnTo>
                <a:lnTo>
                  <a:pt x="257555" y="4990719"/>
                </a:lnTo>
                <a:lnTo>
                  <a:pt x="271652" y="5034407"/>
                </a:lnTo>
                <a:lnTo>
                  <a:pt x="286130" y="5078095"/>
                </a:lnTo>
                <a:lnTo>
                  <a:pt x="300989" y="5121529"/>
                </a:lnTo>
                <a:lnTo>
                  <a:pt x="316102" y="5164836"/>
                </a:lnTo>
                <a:lnTo>
                  <a:pt x="331723" y="5207889"/>
                </a:lnTo>
                <a:lnTo>
                  <a:pt x="347598" y="5250815"/>
                </a:lnTo>
                <a:lnTo>
                  <a:pt x="363727" y="5293614"/>
                </a:lnTo>
                <a:lnTo>
                  <a:pt x="380364" y="5336159"/>
                </a:lnTo>
                <a:lnTo>
                  <a:pt x="397255" y="5378577"/>
                </a:lnTo>
                <a:lnTo>
                  <a:pt x="414527" y="5420868"/>
                </a:lnTo>
                <a:lnTo>
                  <a:pt x="432053" y="5463032"/>
                </a:lnTo>
                <a:lnTo>
                  <a:pt x="450087" y="5504815"/>
                </a:lnTo>
                <a:lnTo>
                  <a:pt x="468248" y="5546598"/>
                </a:lnTo>
                <a:lnTo>
                  <a:pt x="486917" y="5588127"/>
                </a:lnTo>
                <a:lnTo>
                  <a:pt x="505840" y="5629529"/>
                </a:lnTo>
                <a:lnTo>
                  <a:pt x="525144" y="5670677"/>
                </a:lnTo>
                <a:lnTo>
                  <a:pt x="544702" y="5711698"/>
                </a:lnTo>
                <a:lnTo>
                  <a:pt x="564641" y="5752465"/>
                </a:lnTo>
                <a:lnTo>
                  <a:pt x="584834" y="5793105"/>
                </a:lnTo>
                <a:lnTo>
                  <a:pt x="605408" y="5833491"/>
                </a:lnTo>
                <a:lnTo>
                  <a:pt x="626363" y="5873750"/>
                </a:lnTo>
                <a:lnTo>
                  <a:pt x="647573" y="5913755"/>
                </a:lnTo>
                <a:lnTo>
                  <a:pt x="669035" y="5953506"/>
                </a:lnTo>
                <a:lnTo>
                  <a:pt x="690879" y="5993257"/>
                </a:lnTo>
                <a:lnTo>
                  <a:pt x="713104" y="6032627"/>
                </a:lnTo>
                <a:lnTo>
                  <a:pt x="735583" y="6071870"/>
                </a:lnTo>
                <a:lnTo>
                  <a:pt x="758316" y="6110859"/>
                </a:lnTo>
                <a:lnTo>
                  <a:pt x="781430" y="6149721"/>
                </a:lnTo>
                <a:lnTo>
                  <a:pt x="804798" y="6188329"/>
                </a:lnTo>
                <a:lnTo>
                  <a:pt x="828548" y="6226810"/>
                </a:lnTo>
                <a:lnTo>
                  <a:pt x="852550" y="6264910"/>
                </a:lnTo>
                <a:lnTo>
                  <a:pt x="876934" y="6303010"/>
                </a:lnTo>
                <a:lnTo>
                  <a:pt x="901573" y="6340729"/>
                </a:lnTo>
                <a:lnTo>
                  <a:pt x="926464" y="6378321"/>
                </a:lnTo>
                <a:lnTo>
                  <a:pt x="951737" y="6415659"/>
                </a:lnTo>
                <a:lnTo>
                  <a:pt x="977264" y="6452743"/>
                </a:lnTo>
                <a:lnTo>
                  <a:pt x="1003046" y="6489700"/>
                </a:lnTo>
                <a:lnTo>
                  <a:pt x="1029207" y="6526403"/>
                </a:lnTo>
                <a:lnTo>
                  <a:pt x="1055623" y="6562852"/>
                </a:lnTo>
                <a:lnTo>
                  <a:pt x="1082294" y="6599047"/>
                </a:lnTo>
                <a:lnTo>
                  <a:pt x="1109217" y="6634988"/>
                </a:lnTo>
                <a:lnTo>
                  <a:pt x="1117091" y="6645275"/>
                </a:lnTo>
              </a:path>
            </a:pathLst>
          </a:custGeom>
          <a:ln w="515111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IMPLEMENTATION</a:t>
            </a:r>
            <a:r>
              <a:rPr spc="-21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112135" y="7562850"/>
            <a:ext cx="1152652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This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landing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page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portal.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provides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navigation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student </a:t>
            </a:r>
            <a:r>
              <a:rPr sz="3200" dirty="0">
                <a:latin typeface="Times New Roman"/>
                <a:cs typeface="Times New Roman"/>
              </a:rPr>
              <a:t>login,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registration,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admin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login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single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interface</a:t>
            </a:r>
            <a:r>
              <a:rPr sz="1800" spc="-10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7956362-0E18-0350-77A3-4C271F84B2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135" y="1982723"/>
            <a:ext cx="12280266" cy="53403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5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5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30046" y="2091944"/>
            <a:ext cx="516890" cy="523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238125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23812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23177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L="238125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r>
              <a:rPr sz="2400" b="1" spc="-15" dirty="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311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6994632" y="1997329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091" y="0"/>
                </a:moveTo>
                <a:lnTo>
                  <a:pt x="1082294" y="46227"/>
                </a:lnTo>
                <a:lnTo>
                  <a:pt x="1055623" y="82550"/>
                </a:lnTo>
                <a:lnTo>
                  <a:pt x="1029207" y="118999"/>
                </a:lnTo>
                <a:lnTo>
                  <a:pt x="1003046" y="155701"/>
                </a:lnTo>
                <a:lnTo>
                  <a:pt x="977264" y="192531"/>
                </a:lnTo>
                <a:lnTo>
                  <a:pt x="951737" y="229743"/>
                </a:lnTo>
                <a:lnTo>
                  <a:pt x="926464" y="267080"/>
                </a:lnTo>
                <a:lnTo>
                  <a:pt x="901573" y="304546"/>
                </a:lnTo>
                <a:lnTo>
                  <a:pt x="876934" y="342392"/>
                </a:lnTo>
                <a:lnTo>
                  <a:pt x="852550" y="380365"/>
                </a:lnTo>
                <a:lnTo>
                  <a:pt x="828548" y="418592"/>
                </a:lnTo>
                <a:lnTo>
                  <a:pt x="804798" y="456946"/>
                </a:lnTo>
                <a:lnTo>
                  <a:pt x="781430" y="495553"/>
                </a:lnTo>
                <a:lnTo>
                  <a:pt x="758316" y="534416"/>
                </a:lnTo>
                <a:lnTo>
                  <a:pt x="735583" y="573404"/>
                </a:lnTo>
                <a:lnTo>
                  <a:pt x="713104" y="612648"/>
                </a:lnTo>
                <a:lnTo>
                  <a:pt x="690879" y="652145"/>
                </a:lnTo>
                <a:lnTo>
                  <a:pt x="669035" y="691769"/>
                </a:lnTo>
                <a:lnTo>
                  <a:pt x="647573" y="731520"/>
                </a:lnTo>
                <a:lnTo>
                  <a:pt x="626363" y="771651"/>
                </a:lnTo>
                <a:lnTo>
                  <a:pt x="605408" y="811784"/>
                </a:lnTo>
                <a:lnTo>
                  <a:pt x="584834" y="852297"/>
                </a:lnTo>
                <a:lnTo>
                  <a:pt x="564641" y="892810"/>
                </a:lnTo>
                <a:lnTo>
                  <a:pt x="544702" y="933703"/>
                </a:lnTo>
                <a:lnTo>
                  <a:pt x="525144" y="974598"/>
                </a:lnTo>
                <a:lnTo>
                  <a:pt x="505840" y="1015873"/>
                </a:lnTo>
                <a:lnTo>
                  <a:pt x="486917" y="1057148"/>
                </a:lnTo>
                <a:lnTo>
                  <a:pt x="468248" y="1098677"/>
                </a:lnTo>
                <a:lnTo>
                  <a:pt x="450087" y="1140460"/>
                </a:lnTo>
                <a:lnTo>
                  <a:pt x="432053" y="1182370"/>
                </a:lnTo>
                <a:lnTo>
                  <a:pt x="414527" y="1224406"/>
                </a:lnTo>
                <a:lnTo>
                  <a:pt x="397255" y="1266698"/>
                </a:lnTo>
                <a:lnTo>
                  <a:pt x="380364" y="1309116"/>
                </a:lnTo>
                <a:lnTo>
                  <a:pt x="363727" y="1351661"/>
                </a:lnTo>
                <a:lnTo>
                  <a:pt x="347598" y="1394460"/>
                </a:lnTo>
                <a:lnTo>
                  <a:pt x="331723" y="1437386"/>
                </a:lnTo>
                <a:lnTo>
                  <a:pt x="316102" y="1480566"/>
                </a:lnTo>
                <a:lnTo>
                  <a:pt x="300989" y="1523746"/>
                </a:lnTo>
                <a:lnTo>
                  <a:pt x="286130" y="1567179"/>
                </a:lnTo>
                <a:lnTo>
                  <a:pt x="271652" y="1610868"/>
                </a:lnTo>
                <a:lnTo>
                  <a:pt x="257555" y="1654555"/>
                </a:lnTo>
                <a:lnTo>
                  <a:pt x="243839" y="1698498"/>
                </a:lnTo>
                <a:lnTo>
                  <a:pt x="230377" y="1742567"/>
                </a:lnTo>
                <a:lnTo>
                  <a:pt x="217296" y="1786890"/>
                </a:lnTo>
                <a:lnTo>
                  <a:pt x="204723" y="1831213"/>
                </a:lnTo>
                <a:lnTo>
                  <a:pt x="192404" y="1875790"/>
                </a:lnTo>
                <a:lnTo>
                  <a:pt x="180339" y="1920494"/>
                </a:lnTo>
                <a:lnTo>
                  <a:pt x="168782" y="1965325"/>
                </a:lnTo>
                <a:lnTo>
                  <a:pt x="157606" y="2010283"/>
                </a:lnTo>
                <a:lnTo>
                  <a:pt x="146684" y="2055368"/>
                </a:lnTo>
                <a:lnTo>
                  <a:pt x="136271" y="2100707"/>
                </a:lnTo>
                <a:lnTo>
                  <a:pt x="126110" y="2146046"/>
                </a:lnTo>
                <a:lnTo>
                  <a:pt x="116458" y="2191639"/>
                </a:lnTo>
                <a:lnTo>
                  <a:pt x="107060" y="2237359"/>
                </a:lnTo>
                <a:lnTo>
                  <a:pt x="98171" y="2283206"/>
                </a:lnTo>
                <a:lnTo>
                  <a:pt x="89534" y="2329180"/>
                </a:lnTo>
                <a:lnTo>
                  <a:pt x="81279" y="2375281"/>
                </a:lnTo>
                <a:lnTo>
                  <a:pt x="73532" y="2421509"/>
                </a:lnTo>
                <a:lnTo>
                  <a:pt x="66039" y="2467864"/>
                </a:lnTo>
                <a:lnTo>
                  <a:pt x="58927" y="2514346"/>
                </a:lnTo>
                <a:lnTo>
                  <a:pt x="52323" y="2560955"/>
                </a:lnTo>
                <a:lnTo>
                  <a:pt x="46100" y="2607691"/>
                </a:lnTo>
                <a:lnTo>
                  <a:pt x="40131" y="2654554"/>
                </a:lnTo>
                <a:lnTo>
                  <a:pt x="34671" y="2701544"/>
                </a:lnTo>
                <a:lnTo>
                  <a:pt x="29590" y="2748661"/>
                </a:lnTo>
                <a:lnTo>
                  <a:pt x="24891" y="2795905"/>
                </a:lnTo>
                <a:lnTo>
                  <a:pt x="20573" y="2843276"/>
                </a:lnTo>
                <a:lnTo>
                  <a:pt x="16763" y="2890647"/>
                </a:lnTo>
                <a:lnTo>
                  <a:pt x="13207" y="2938272"/>
                </a:lnTo>
                <a:lnTo>
                  <a:pt x="10159" y="2985897"/>
                </a:lnTo>
                <a:lnTo>
                  <a:pt x="7492" y="3033776"/>
                </a:lnTo>
                <a:lnTo>
                  <a:pt x="5206" y="3081655"/>
                </a:lnTo>
                <a:lnTo>
                  <a:pt x="3301" y="3129661"/>
                </a:lnTo>
                <a:lnTo>
                  <a:pt x="1904" y="3177667"/>
                </a:lnTo>
                <a:lnTo>
                  <a:pt x="888" y="3225927"/>
                </a:lnTo>
                <a:lnTo>
                  <a:pt x="253" y="3274187"/>
                </a:lnTo>
                <a:lnTo>
                  <a:pt x="0" y="3322701"/>
                </a:lnTo>
                <a:lnTo>
                  <a:pt x="253" y="3371088"/>
                </a:lnTo>
                <a:lnTo>
                  <a:pt x="888" y="3419348"/>
                </a:lnTo>
                <a:lnTo>
                  <a:pt x="1904" y="3467608"/>
                </a:lnTo>
                <a:lnTo>
                  <a:pt x="3301" y="3515741"/>
                </a:lnTo>
                <a:lnTo>
                  <a:pt x="5206" y="3563747"/>
                </a:lnTo>
                <a:lnTo>
                  <a:pt x="7492" y="3611626"/>
                </a:lnTo>
                <a:lnTo>
                  <a:pt x="10159" y="3659378"/>
                </a:lnTo>
                <a:lnTo>
                  <a:pt x="13207" y="3707130"/>
                </a:lnTo>
                <a:lnTo>
                  <a:pt x="16763" y="3754628"/>
                </a:lnTo>
                <a:lnTo>
                  <a:pt x="20573" y="3802126"/>
                </a:lnTo>
                <a:lnTo>
                  <a:pt x="24891" y="3849370"/>
                </a:lnTo>
                <a:lnTo>
                  <a:pt x="29590" y="3896614"/>
                </a:lnTo>
                <a:lnTo>
                  <a:pt x="34671" y="3943731"/>
                </a:lnTo>
                <a:lnTo>
                  <a:pt x="40131" y="3990721"/>
                </a:lnTo>
                <a:lnTo>
                  <a:pt x="46100" y="4037584"/>
                </a:lnTo>
                <a:lnTo>
                  <a:pt x="52323" y="4084320"/>
                </a:lnTo>
                <a:lnTo>
                  <a:pt x="58927" y="4130929"/>
                </a:lnTo>
                <a:lnTo>
                  <a:pt x="66039" y="4177411"/>
                </a:lnTo>
                <a:lnTo>
                  <a:pt x="73532" y="4223766"/>
                </a:lnTo>
                <a:lnTo>
                  <a:pt x="81279" y="4270121"/>
                </a:lnTo>
                <a:lnTo>
                  <a:pt x="89534" y="4316222"/>
                </a:lnTo>
                <a:lnTo>
                  <a:pt x="98171" y="4362069"/>
                </a:lnTo>
                <a:lnTo>
                  <a:pt x="107060" y="4407916"/>
                </a:lnTo>
                <a:lnTo>
                  <a:pt x="116458" y="4453636"/>
                </a:lnTo>
                <a:lnTo>
                  <a:pt x="126110" y="4499229"/>
                </a:lnTo>
                <a:lnTo>
                  <a:pt x="136271" y="4544568"/>
                </a:lnTo>
                <a:lnTo>
                  <a:pt x="146684" y="4589907"/>
                </a:lnTo>
                <a:lnTo>
                  <a:pt x="157606" y="4634992"/>
                </a:lnTo>
                <a:lnTo>
                  <a:pt x="168782" y="4680077"/>
                </a:lnTo>
                <a:lnTo>
                  <a:pt x="180339" y="4724908"/>
                </a:lnTo>
                <a:lnTo>
                  <a:pt x="192404" y="4769612"/>
                </a:lnTo>
                <a:lnTo>
                  <a:pt x="204723" y="4814062"/>
                </a:lnTo>
                <a:lnTo>
                  <a:pt x="217296" y="4858512"/>
                </a:lnTo>
                <a:lnTo>
                  <a:pt x="230377" y="4902708"/>
                </a:lnTo>
                <a:lnTo>
                  <a:pt x="243839" y="4946777"/>
                </a:lnTo>
                <a:lnTo>
                  <a:pt x="257555" y="4990719"/>
                </a:lnTo>
                <a:lnTo>
                  <a:pt x="271652" y="5034407"/>
                </a:lnTo>
                <a:lnTo>
                  <a:pt x="286130" y="5078095"/>
                </a:lnTo>
                <a:lnTo>
                  <a:pt x="300989" y="5121529"/>
                </a:lnTo>
                <a:lnTo>
                  <a:pt x="316102" y="5164836"/>
                </a:lnTo>
                <a:lnTo>
                  <a:pt x="331723" y="5207889"/>
                </a:lnTo>
                <a:lnTo>
                  <a:pt x="347598" y="5250815"/>
                </a:lnTo>
                <a:lnTo>
                  <a:pt x="363727" y="5293614"/>
                </a:lnTo>
                <a:lnTo>
                  <a:pt x="380364" y="5336159"/>
                </a:lnTo>
                <a:lnTo>
                  <a:pt x="397255" y="5378577"/>
                </a:lnTo>
                <a:lnTo>
                  <a:pt x="414527" y="5420868"/>
                </a:lnTo>
                <a:lnTo>
                  <a:pt x="432053" y="5463032"/>
                </a:lnTo>
                <a:lnTo>
                  <a:pt x="450087" y="5504815"/>
                </a:lnTo>
                <a:lnTo>
                  <a:pt x="468248" y="5546598"/>
                </a:lnTo>
                <a:lnTo>
                  <a:pt x="486917" y="5588127"/>
                </a:lnTo>
                <a:lnTo>
                  <a:pt x="505840" y="5629529"/>
                </a:lnTo>
                <a:lnTo>
                  <a:pt x="525144" y="5670677"/>
                </a:lnTo>
                <a:lnTo>
                  <a:pt x="544702" y="5711698"/>
                </a:lnTo>
                <a:lnTo>
                  <a:pt x="564641" y="5752465"/>
                </a:lnTo>
                <a:lnTo>
                  <a:pt x="584834" y="5793105"/>
                </a:lnTo>
                <a:lnTo>
                  <a:pt x="605408" y="5833491"/>
                </a:lnTo>
                <a:lnTo>
                  <a:pt x="626363" y="5873750"/>
                </a:lnTo>
                <a:lnTo>
                  <a:pt x="647573" y="5913755"/>
                </a:lnTo>
                <a:lnTo>
                  <a:pt x="669035" y="5953506"/>
                </a:lnTo>
                <a:lnTo>
                  <a:pt x="690879" y="5993257"/>
                </a:lnTo>
                <a:lnTo>
                  <a:pt x="713104" y="6032627"/>
                </a:lnTo>
                <a:lnTo>
                  <a:pt x="735583" y="6071870"/>
                </a:lnTo>
                <a:lnTo>
                  <a:pt x="758316" y="6110859"/>
                </a:lnTo>
                <a:lnTo>
                  <a:pt x="781430" y="6149721"/>
                </a:lnTo>
                <a:lnTo>
                  <a:pt x="804798" y="6188329"/>
                </a:lnTo>
                <a:lnTo>
                  <a:pt x="828548" y="6226810"/>
                </a:lnTo>
                <a:lnTo>
                  <a:pt x="852550" y="6264910"/>
                </a:lnTo>
                <a:lnTo>
                  <a:pt x="876934" y="6303010"/>
                </a:lnTo>
                <a:lnTo>
                  <a:pt x="901573" y="6340729"/>
                </a:lnTo>
                <a:lnTo>
                  <a:pt x="926464" y="6378321"/>
                </a:lnTo>
                <a:lnTo>
                  <a:pt x="951737" y="6415659"/>
                </a:lnTo>
                <a:lnTo>
                  <a:pt x="977264" y="6452743"/>
                </a:lnTo>
                <a:lnTo>
                  <a:pt x="1003046" y="6489700"/>
                </a:lnTo>
                <a:lnTo>
                  <a:pt x="1029207" y="6526403"/>
                </a:lnTo>
                <a:lnTo>
                  <a:pt x="1055623" y="6562852"/>
                </a:lnTo>
                <a:lnTo>
                  <a:pt x="1082294" y="6599047"/>
                </a:lnTo>
                <a:lnTo>
                  <a:pt x="1109217" y="6634988"/>
                </a:lnTo>
                <a:lnTo>
                  <a:pt x="1117091" y="6645275"/>
                </a:lnTo>
              </a:path>
            </a:pathLst>
          </a:custGeom>
          <a:ln w="515111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651885" y="220905"/>
            <a:ext cx="11054715" cy="809319"/>
          </a:xfrm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IMPLEMENTATION</a:t>
            </a:r>
            <a:r>
              <a:rPr spc="-21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431794" y="7773669"/>
            <a:ext cx="1177607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screen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allows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new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students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create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account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existing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students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in </a:t>
            </a:r>
            <a:r>
              <a:rPr sz="2800" dirty="0">
                <a:latin typeface="Times New Roman"/>
                <a:cs typeface="Times New Roman"/>
              </a:rPr>
              <a:t>securely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their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credentials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304CEF8-E0BE-AD31-43C3-E743C75756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091945"/>
            <a:ext cx="12236069" cy="55556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5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5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66317" y="2091944"/>
            <a:ext cx="511175" cy="523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05" algn="ctr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 dirty="0">
              <a:latin typeface="Tahoma"/>
              <a:cs typeface="Tahoma"/>
            </a:endParaRPr>
          </a:p>
          <a:p>
            <a:pPr marL="10160"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 dirty="0">
              <a:latin typeface="Tahoma"/>
              <a:cs typeface="Tahoma"/>
            </a:endParaRPr>
          </a:p>
          <a:p>
            <a:pPr marL="1016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 dirty="0">
              <a:latin typeface="Tahoma"/>
              <a:cs typeface="Tahoma"/>
            </a:endParaRPr>
          </a:p>
          <a:p>
            <a:pPr marL="1016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 dirty="0">
              <a:latin typeface="Tahoma"/>
              <a:cs typeface="Tahoma"/>
            </a:endParaRPr>
          </a:p>
          <a:p>
            <a:pPr marL="4445"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 dirty="0">
              <a:latin typeface="Tahoma"/>
              <a:cs typeface="Tahoma"/>
            </a:endParaRPr>
          </a:p>
          <a:p>
            <a:pPr marL="1651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7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r>
              <a:rPr sz="2400" b="1" spc="-15" dirty="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C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311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6994632" y="1997329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091" y="0"/>
                </a:moveTo>
                <a:lnTo>
                  <a:pt x="1082294" y="46227"/>
                </a:lnTo>
                <a:lnTo>
                  <a:pt x="1055623" y="82550"/>
                </a:lnTo>
                <a:lnTo>
                  <a:pt x="1029207" y="118999"/>
                </a:lnTo>
                <a:lnTo>
                  <a:pt x="1003046" y="155701"/>
                </a:lnTo>
                <a:lnTo>
                  <a:pt x="977264" y="192531"/>
                </a:lnTo>
                <a:lnTo>
                  <a:pt x="951737" y="229743"/>
                </a:lnTo>
                <a:lnTo>
                  <a:pt x="926464" y="267080"/>
                </a:lnTo>
                <a:lnTo>
                  <a:pt x="901573" y="304546"/>
                </a:lnTo>
                <a:lnTo>
                  <a:pt x="876934" y="342392"/>
                </a:lnTo>
                <a:lnTo>
                  <a:pt x="852550" y="380365"/>
                </a:lnTo>
                <a:lnTo>
                  <a:pt x="828548" y="418592"/>
                </a:lnTo>
                <a:lnTo>
                  <a:pt x="804798" y="456946"/>
                </a:lnTo>
                <a:lnTo>
                  <a:pt x="781430" y="495553"/>
                </a:lnTo>
                <a:lnTo>
                  <a:pt x="758316" y="534416"/>
                </a:lnTo>
                <a:lnTo>
                  <a:pt x="735583" y="573404"/>
                </a:lnTo>
                <a:lnTo>
                  <a:pt x="713104" y="612648"/>
                </a:lnTo>
                <a:lnTo>
                  <a:pt x="690879" y="652145"/>
                </a:lnTo>
                <a:lnTo>
                  <a:pt x="669035" y="691769"/>
                </a:lnTo>
                <a:lnTo>
                  <a:pt x="647573" y="731520"/>
                </a:lnTo>
                <a:lnTo>
                  <a:pt x="626363" y="771651"/>
                </a:lnTo>
                <a:lnTo>
                  <a:pt x="605408" y="811784"/>
                </a:lnTo>
                <a:lnTo>
                  <a:pt x="584834" y="852297"/>
                </a:lnTo>
                <a:lnTo>
                  <a:pt x="564641" y="892810"/>
                </a:lnTo>
                <a:lnTo>
                  <a:pt x="544702" y="933703"/>
                </a:lnTo>
                <a:lnTo>
                  <a:pt x="525144" y="974598"/>
                </a:lnTo>
                <a:lnTo>
                  <a:pt x="505840" y="1015873"/>
                </a:lnTo>
                <a:lnTo>
                  <a:pt x="486917" y="1057148"/>
                </a:lnTo>
                <a:lnTo>
                  <a:pt x="468248" y="1098677"/>
                </a:lnTo>
                <a:lnTo>
                  <a:pt x="450087" y="1140460"/>
                </a:lnTo>
                <a:lnTo>
                  <a:pt x="432053" y="1182370"/>
                </a:lnTo>
                <a:lnTo>
                  <a:pt x="414527" y="1224406"/>
                </a:lnTo>
                <a:lnTo>
                  <a:pt x="397255" y="1266698"/>
                </a:lnTo>
                <a:lnTo>
                  <a:pt x="380364" y="1309116"/>
                </a:lnTo>
                <a:lnTo>
                  <a:pt x="363727" y="1351661"/>
                </a:lnTo>
                <a:lnTo>
                  <a:pt x="347598" y="1394460"/>
                </a:lnTo>
                <a:lnTo>
                  <a:pt x="331723" y="1437386"/>
                </a:lnTo>
                <a:lnTo>
                  <a:pt x="316102" y="1480566"/>
                </a:lnTo>
                <a:lnTo>
                  <a:pt x="300989" y="1523746"/>
                </a:lnTo>
                <a:lnTo>
                  <a:pt x="286130" y="1567179"/>
                </a:lnTo>
                <a:lnTo>
                  <a:pt x="271652" y="1610868"/>
                </a:lnTo>
                <a:lnTo>
                  <a:pt x="257555" y="1654555"/>
                </a:lnTo>
                <a:lnTo>
                  <a:pt x="243839" y="1698498"/>
                </a:lnTo>
                <a:lnTo>
                  <a:pt x="230377" y="1742567"/>
                </a:lnTo>
                <a:lnTo>
                  <a:pt x="217296" y="1786890"/>
                </a:lnTo>
                <a:lnTo>
                  <a:pt x="204723" y="1831213"/>
                </a:lnTo>
                <a:lnTo>
                  <a:pt x="192404" y="1875790"/>
                </a:lnTo>
                <a:lnTo>
                  <a:pt x="180339" y="1920494"/>
                </a:lnTo>
                <a:lnTo>
                  <a:pt x="168782" y="1965325"/>
                </a:lnTo>
                <a:lnTo>
                  <a:pt x="157606" y="2010283"/>
                </a:lnTo>
                <a:lnTo>
                  <a:pt x="146684" y="2055368"/>
                </a:lnTo>
                <a:lnTo>
                  <a:pt x="136271" y="2100707"/>
                </a:lnTo>
                <a:lnTo>
                  <a:pt x="126110" y="2146046"/>
                </a:lnTo>
                <a:lnTo>
                  <a:pt x="116458" y="2191639"/>
                </a:lnTo>
                <a:lnTo>
                  <a:pt x="107060" y="2237359"/>
                </a:lnTo>
                <a:lnTo>
                  <a:pt x="98171" y="2283206"/>
                </a:lnTo>
                <a:lnTo>
                  <a:pt x="89534" y="2329180"/>
                </a:lnTo>
                <a:lnTo>
                  <a:pt x="81279" y="2375281"/>
                </a:lnTo>
                <a:lnTo>
                  <a:pt x="73532" y="2421509"/>
                </a:lnTo>
                <a:lnTo>
                  <a:pt x="66039" y="2467864"/>
                </a:lnTo>
                <a:lnTo>
                  <a:pt x="58927" y="2514346"/>
                </a:lnTo>
                <a:lnTo>
                  <a:pt x="52323" y="2560955"/>
                </a:lnTo>
                <a:lnTo>
                  <a:pt x="46100" y="2607691"/>
                </a:lnTo>
                <a:lnTo>
                  <a:pt x="40131" y="2654554"/>
                </a:lnTo>
                <a:lnTo>
                  <a:pt x="34671" y="2701544"/>
                </a:lnTo>
                <a:lnTo>
                  <a:pt x="29590" y="2748661"/>
                </a:lnTo>
                <a:lnTo>
                  <a:pt x="24891" y="2795905"/>
                </a:lnTo>
                <a:lnTo>
                  <a:pt x="20573" y="2843276"/>
                </a:lnTo>
                <a:lnTo>
                  <a:pt x="16763" y="2890647"/>
                </a:lnTo>
                <a:lnTo>
                  <a:pt x="13207" y="2938272"/>
                </a:lnTo>
                <a:lnTo>
                  <a:pt x="10159" y="2985897"/>
                </a:lnTo>
                <a:lnTo>
                  <a:pt x="7492" y="3033776"/>
                </a:lnTo>
                <a:lnTo>
                  <a:pt x="5206" y="3081655"/>
                </a:lnTo>
                <a:lnTo>
                  <a:pt x="3301" y="3129661"/>
                </a:lnTo>
                <a:lnTo>
                  <a:pt x="1904" y="3177667"/>
                </a:lnTo>
                <a:lnTo>
                  <a:pt x="888" y="3225927"/>
                </a:lnTo>
                <a:lnTo>
                  <a:pt x="253" y="3274187"/>
                </a:lnTo>
                <a:lnTo>
                  <a:pt x="0" y="3322701"/>
                </a:lnTo>
                <a:lnTo>
                  <a:pt x="253" y="3371088"/>
                </a:lnTo>
                <a:lnTo>
                  <a:pt x="888" y="3419348"/>
                </a:lnTo>
                <a:lnTo>
                  <a:pt x="1904" y="3467608"/>
                </a:lnTo>
                <a:lnTo>
                  <a:pt x="3301" y="3515741"/>
                </a:lnTo>
                <a:lnTo>
                  <a:pt x="5206" y="3563747"/>
                </a:lnTo>
                <a:lnTo>
                  <a:pt x="7492" y="3611626"/>
                </a:lnTo>
                <a:lnTo>
                  <a:pt x="10159" y="3659378"/>
                </a:lnTo>
                <a:lnTo>
                  <a:pt x="13207" y="3707130"/>
                </a:lnTo>
                <a:lnTo>
                  <a:pt x="16763" y="3754628"/>
                </a:lnTo>
                <a:lnTo>
                  <a:pt x="20573" y="3802126"/>
                </a:lnTo>
                <a:lnTo>
                  <a:pt x="24891" y="3849370"/>
                </a:lnTo>
                <a:lnTo>
                  <a:pt x="29590" y="3896614"/>
                </a:lnTo>
                <a:lnTo>
                  <a:pt x="34671" y="3943731"/>
                </a:lnTo>
                <a:lnTo>
                  <a:pt x="40131" y="3990721"/>
                </a:lnTo>
                <a:lnTo>
                  <a:pt x="46100" y="4037584"/>
                </a:lnTo>
                <a:lnTo>
                  <a:pt x="52323" y="4084320"/>
                </a:lnTo>
                <a:lnTo>
                  <a:pt x="58927" y="4130929"/>
                </a:lnTo>
                <a:lnTo>
                  <a:pt x="66039" y="4177411"/>
                </a:lnTo>
                <a:lnTo>
                  <a:pt x="73532" y="4223766"/>
                </a:lnTo>
                <a:lnTo>
                  <a:pt x="81279" y="4270121"/>
                </a:lnTo>
                <a:lnTo>
                  <a:pt x="89534" y="4316222"/>
                </a:lnTo>
                <a:lnTo>
                  <a:pt x="98171" y="4362069"/>
                </a:lnTo>
                <a:lnTo>
                  <a:pt x="107060" y="4407916"/>
                </a:lnTo>
                <a:lnTo>
                  <a:pt x="116458" y="4453636"/>
                </a:lnTo>
                <a:lnTo>
                  <a:pt x="126110" y="4499229"/>
                </a:lnTo>
                <a:lnTo>
                  <a:pt x="136271" y="4544568"/>
                </a:lnTo>
                <a:lnTo>
                  <a:pt x="146684" y="4589907"/>
                </a:lnTo>
                <a:lnTo>
                  <a:pt x="157606" y="4634992"/>
                </a:lnTo>
                <a:lnTo>
                  <a:pt x="168782" y="4680077"/>
                </a:lnTo>
                <a:lnTo>
                  <a:pt x="180339" y="4724908"/>
                </a:lnTo>
                <a:lnTo>
                  <a:pt x="192404" y="4769612"/>
                </a:lnTo>
                <a:lnTo>
                  <a:pt x="204723" y="4814062"/>
                </a:lnTo>
                <a:lnTo>
                  <a:pt x="217296" y="4858512"/>
                </a:lnTo>
                <a:lnTo>
                  <a:pt x="230377" y="4902708"/>
                </a:lnTo>
                <a:lnTo>
                  <a:pt x="243839" y="4946777"/>
                </a:lnTo>
                <a:lnTo>
                  <a:pt x="257555" y="4990719"/>
                </a:lnTo>
                <a:lnTo>
                  <a:pt x="271652" y="5034407"/>
                </a:lnTo>
                <a:lnTo>
                  <a:pt x="286130" y="5078095"/>
                </a:lnTo>
                <a:lnTo>
                  <a:pt x="300989" y="5121529"/>
                </a:lnTo>
                <a:lnTo>
                  <a:pt x="316102" y="5164836"/>
                </a:lnTo>
                <a:lnTo>
                  <a:pt x="331723" y="5207889"/>
                </a:lnTo>
                <a:lnTo>
                  <a:pt x="347598" y="5250815"/>
                </a:lnTo>
                <a:lnTo>
                  <a:pt x="363727" y="5293614"/>
                </a:lnTo>
                <a:lnTo>
                  <a:pt x="380364" y="5336159"/>
                </a:lnTo>
                <a:lnTo>
                  <a:pt x="397255" y="5378577"/>
                </a:lnTo>
                <a:lnTo>
                  <a:pt x="414527" y="5420868"/>
                </a:lnTo>
                <a:lnTo>
                  <a:pt x="432053" y="5463032"/>
                </a:lnTo>
                <a:lnTo>
                  <a:pt x="450087" y="5504815"/>
                </a:lnTo>
                <a:lnTo>
                  <a:pt x="468248" y="5546598"/>
                </a:lnTo>
                <a:lnTo>
                  <a:pt x="486917" y="5588127"/>
                </a:lnTo>
                <a:lnTo>
                  <a:pt x="505840" y="5629529"/>
                </a:lnTo>
                <a:lnTo>
                  <a:pt x="525144" y="5670677"/>
                </a:lnTo>
                <a:lnTo>
                  <a:pt x="544702" y="5711698"/>
                </a:lnTo>
                <a:lnTo>
                  <a:pt x="564641" y="5752465"/>
                </a:lnTo>
                <a:lnTo>
                  <a:pt x="584834" y="5793105"/>
                </a:lnTo>
                <a:lnTo>
                  <a:pt x="605408" y="5833491"/>
                </a:lnTo>
                <a:lnTo>
                  <a:pt x="626363" y="5873750"/>
                </a:lnTo>
                <a:lnTo>
                  <a:pt x="647573" y="5913755"/>
                </a:lnTo>
                <a:lnTo>
                  <a:pt x="669035" y="5953506"/>
                </a:lnTo>
                <a:lnTo>
                  <a:pt x="690879" y="5993257"/>
                </a:lnTo>
                <a:lnTo>
                  <a:pt x="713104" y="6032627"/>
                </a:lnTo>
                <a:lnTo>
                  <a:pt x="735583" y="6071870"/>
                </a:lnTo>
                <a:lnTo>
                  <a:pt x="758316" y="6110859"/>
                </a:lnTo>
                <a:lnTo>
                  <a:pt x="781430" y="6149721"/>
                </a:lnTo>
                <a:lnTo>
                  <a:pt x="804798" y="6188329"/>
                </a:lnTo>
                <a:lnTo>
                  <a:pt x="828548" y="6226810"/>
                </a:lnTo>
                <a:lnTo>
                  <a:pt x="852550" y="6264910"/>
                </a:lnTo>
                <a:lnTo>
                  <a:pt x="876934" y="6303010"/>
                </a:lnTo>
                <a:lnTo>
                  <a:pt x="901573" y="6340729"/>
                </a:lnTo>
                <a:lnTo>
                  <a:pt x="926464" y="6378321"/>
                </a:lnTo>
                <a:lnTo>
                  <a:pt x="951737" y="6415659"/>
                </a:lnTo>
                <a:lnTo>
                  <a:pt x="977264" y="6452743"/>
                </a:lnTo>
                <a:lnTo>
                  <a:pt x="1003046" y="6489700"/>
                </a:lnTo>
                <a:lnTo>
                  <a:pt x="1029207" y="6526403"/>
                </a:lnTo>
                <a:lnTo>
                  <a:pt x="1055623" y="6562852"/>
                </a:lnTo>
                <a:lnTo>
                  <a:pt x="1082294" y="6599047"/>
                </a:lnTo>
                <a:lnTo>
                  <a:pt x="1109217" y="6634988"/>
                </a:lnTo>
                <a:lnTo>
                  <a:pt x="1117091" y="6645275"/>
                </a:lnTo>
              </a:path>
            </a:pathLst>
          </a:custGeom>
          <a:ln w="515111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IMPLEMENTATION</a:t>
            </a:r>
            <a:r>
              <a:rPr spc="-21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912491" y="7773669"/>
            <a:ext cx="1154112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After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login,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students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view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available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campus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events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register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them.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dashboard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also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shows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their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registered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events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3D6D058-75E1-BCDF-F32E-3F990E8FB8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1866900"/>
            <a:ext cx="12496800" cy="52311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6653783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5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5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60221" y="2091944"/>
            <a:ext cx="538480" cy="5231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" algn="ctr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marR="8890"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R="5715" algn="ctr">
              <a:lnSpc>
                <a:spcPct val="100000"/>
              </a:lnSpc>
              <a:spcBef>
                <a:spcPts val="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r>
              <a:rPr sz="2400" b="1" spc="-15" dirty="0">
                <a:solidFill>
                  <a:srgbClr val="001F5F"/>
                </a:solidFill>
                <a:latin typeface="Tahoma"/>
                <a:cs typeface="Tahoma"/>
              </a:rPr>
              <a:t> </a:t>
            </a: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9932" y="7761731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1"/>
                </a:lnTo>
                <a:lnTo>
                  <a:pt x="89992" y="64135"/>
                </a:lnTo>
                <a:lnTo>
                  <a:pt x="59499" y="97028"/>
                </a:lnTo>
                <a:lnTo>
                  <a:pt x="34543" y="135128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7"/>
                </a:lnTo>
                <a:lnTo>
                  <a:pt x="125298" y="508381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1"/>
                </a:lnTo>
                <a:lnTo>
                  <a:pt x="415925" y="481457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8"/>
                </a:lnTo>
                <a:lnTo>
                  <a:pt x="446405" y="97028"/>
                </a:lnTo>
                <a:lnTo>
                  <a:pt x="415925" y="64135"/>
                </a:lnTo>
                <a:lnTo>
                  <a:pt x="380619" y="37211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3110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30224"/>
            <a:ext cx="947928" cy="23469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6994632" y="1997329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091" y="0"/>
                </a:moveTo>
                <a:lnTo>
                  <a:pt x="1082294" y="46227"/>
                </a:lnTo>
                <a:lnTo>
                  <a:pt x="1055623" y="82550"/>
                </a:lnTo>
                <a:lnTo>
                  <a:pt x="1029207" y="118999"/>
                </a:lnTo>
                <a:lnTo>
                  <a:pt x="1003046" y="155701"/>
                </a:lnTo>
                <a:lnTo>
                  <a:pt x="977264" y="192531"/>
                </a:lnTo>
                <a:lnTo>
                  <a:pt x="951737" y="229743"/>
                </a:lnTo>
                <a:lnTo>
                  <a:pt x="926464" y="267080"/>
                </a:lnTo>
                <a:lnTo>
                  <a:pt x="901573" y="304546"/>
                </a:lnTo>
                <a:lnTo>
                  <a:pt x="876934" y="342392"/>
                </a:lnTo>
                <a:lnTo>
                  <a:pt x="852550" y="380365"/>
                </a:lnTo>
                <a:lnTo>
                  <a:pt x="828548" y="418592"/>
                </a:lnTo>
                <a:lnTo>
                  <a:pt x="804798" y="456946"/>
                </a:lnTo>
                <a:lnTo>
                  <a:pt x="781430" y="495553"/>
                </a:lnTo>
                <a:lnTo>
                  <a:pt x="758316" y="534416"/>
                </a:lnTo>
                <a:lnTo>
                  <a:pt x="735583" y="573404"/>
                </a:lnTo>
                <a:lnTo>
                  <a:pt x="713104" y="612648"/>
                </a:lnTo>
                <a:lnTo>
                  <a:pt x="690879" y="652145"/>
                </a:lnTo>
                <a:lnTo>
                  <a:pt x="669035" y="691769"/>
                </a:lnTo>
                <a:lnTo>
                  <a:pt x="647573" y="731520"/>
                </a:lnTo>
                <a:lnTo>
                  <a:pt x="626363" y="771651"/>
                </a:lnTo>
                <a:lnTo>
                  <a:pt x="605408" y="811784"/>
                </a:lnTo>
                <a:lnTo>
                  <a:pt x="584834" y="852297"/>
                </a:lnTo>
                <a:lnTo>
                  <a:pt x="564641" y="892810"/>
                </a:lnTo>
                <a:lnTo>
                  <a:pt x="544702" y="933703"/>
                </a:lnTo>
                <a:lnTo>
                  <a:pt x="525144" y="974598"/>
                </a:lnTo>
                <a:lnTo>
                  <a:pt x="505840" y="1015873"/>
                </a:lnTo>
                <a:lnTo>
                  <a:pt x="486917" y="1057148"/>
                </a:lnTo>
                <a:lnTo>
                  <a:pt x="468248" y="1098677"/>
                </a:lnTo>
                <a:lnTo>
                  <a:pt x="450087" y="1140460"/>
                </a:lnTo>
                <a:lnTo>
                  <a:pt x="432053" y="1182370"/>
                </a:lnTo>
                <a:lnTo>
                  <a:pt x="414527" y="1224406"/>
                </a:lnTo>
                <a:lnTo>
                  <a:pt x="397255" y="1266698"/>
                </a:lnTo>
                <a:lnTo>
                  <a:pt x="380364" y="1309116"/>
                </a:lnTo>
                <a:lnTo>
                  <a:pt x="363727" y="1351661"/>
                </a:lnTo>
                <a:lnTo>
                  <a:pt x="347598" y="1394460"/>
                </a:lnTo>
                <a:lnTo>
                  <a:pt x="331723" y="1437386"/>
                </a:lnTo>
                <a:lnTo>
                  <a:pt x="316102" y="1480566"/>
                </a:lnTo>
                <a:lnTo>
                  <a:pt x="300989" y="1523746"/>
                </a:lnTo>
                <a:lnTo>
                  <a:pt x="286130" y="1567179"/>
                </a:lnTo>
                <a:lnTo>
                  <a:pt x="271652" y="1610868"/>
                </a:lnTo>
                <a:lnTo>
                  <a:pt x="257555" y="1654555"/>
                </a:lnTo>
                <a:lnTo>
                  <a:pt x="243839" y="1698498"/>
                </a:lnTo>
                <a:lnTo>
                  <a:pt x="230377" y="1742567"/>
                </a:lnTo>
                <a:lnTo>
                  <a:pt x="217296" y="1786890"/>
                </a:lnTo>
                <a:lnTo>
                  <a:pt x="204723" y="1831213"/>
                </a:lnTo>
                <a:lnTo>
                  <a:pt x="192404" y="1875790"/>
                </a:lnTo>
                <a:lnTo>
                  <a:pt x="180339" y="1920494"/>
                </a:lnTo>
                <a:lnTo>
                  <a:pt x="168782" y="1965325"/>
                </a:lnTo>
                <a:lnTo>
                  <a:pt x="157606" y="2010283"/>
                </a:lnTo>
                <a:lnTo>
                  <a:pt x="146684" y="2055368"/>
                </a:lnTo>
                <a:lnTo>
                  <a:pt x="136271" y="2100707"/>
                </a:lnTo>
                <a:lnTo>
                  <a:pt x="126110" y="2146046"/>
                </a:lnTo>
                <a:lnTo>
                  <a:pt x="116458" y="2191639"/>
                </a:lnTo>
                <a:lnTo>
                  <a:pt x="107060" y="2237359"/>
                </a:lnTo>
                <a:lnTo>
                  <a:pt x="98171" y="2283206"/>
                </a:lnTo>
                <a:lnTo>
                  <a:pt x="89534" y="2329180"/>
                </a:lnTo>
                <a:lnTo>
                  <a:pt x="81279" y="2375281"/>
                </a:lnTo>
                <a:lnTo>
                  <a:pt x="73532" y="2421509"/>
                </a:lnTo>
                <a:lnTo>
                  <a:pt x="66039" y="2467864"/>
                </a:lnTo>
                <a:lnTo>
                  <a:pt x="58927" y="2514346"/>
                </a:lnTo>
                <a:lnTo>
                  <a:pt x="52323" y="2560955"/>
                </a:lnTo>
                <a:lnTo>
                  <a:pt x="46100" y="2607691"/>
                </a:lnTo>
                <a:lnTo>
                  <a:pt x="40131" y="2654554"/>
                </a:lnTo>
                <a:lnTo>
                  <a:pt x="34671" y="2701544"/>
                </a:lnTo>
                <a:lnTo>
                  <a:pt x="29590" y="2748661"/>
                </a:lnTo>
                <a:lnTo>
                  <a:pt x="24891" y="2795905"/>
                </a:lnTo>
                <a:lnTo>
                  <a:pt x="20573" y="2843276"/>
                </a:lnTo>
                <a:lnTo>
                  <a:pt x="16763" y="2890647"/>
                </a:lnTo>
                <a:lnTo>
                  <a:pt x="13207" y="2938272"/>
                </a:lnTo>
                <a:lnTo>
                  <a:pt x="10159" y="2985897"/>
                </a:lnTo>
                <a:lnTo>
                  <a:pt x="7492" y="3033776"/>
                </a:lnTo>
                <a:lnTo>
                  <a:pt x="5206" y="3081655"/>
                </a:lnTo>
                <a:lnTo>
                  <a:pt x="3301" y="3129661"/>
                </a:lnTo>
                <a:lnTo>
                  <a:pt x="1904" y="3177667"/>
                </a:lnTo>
                <a:lnTo>
                  <a:pt x="888" y="3225927"/>
                </a:lnTo>
                <a:lnTo>
                  <a:pt x="253" y="3274187"/>
                </a:lnTo>
                <a:lnTo>
                  <a:pt x="0" y="3322701"/>
                </a:lnTo>
                <a:lnTo>
                  <a:pt x="253" y="3371088"/>
                </a:lnTo>
                <a:lnTo>
                  <a:pt x="888" y="3419348"/>
                </a:lnTo>
                <a:lnTo>
                  <a:pt x="1904" y="3467608"/>
                </a:lnTo>
                <a:lnTo>
                  <a:pt x="3301" y="3515741"/>
                </a:lnTo>
                <a:lnTo>
                  <a:pt x="5206" y="3563747"/>
                </a:lnTo>
                <a:lnTo>
                  <a:pt x="7492" y="3611626"/>
                </a:lnTo>
                <a:lnTo>
                  <a:pt x="10159" y="3659378"/>
                </a:lnTo>
                <a:lnTo>
                  <a:pt x="13207" y="3707130"/>
                </a:lnTo>
                <a:lnTo>
                  <a:pt x="16763" y="3754628"/>
                </a:lnTo>
                <a:lnTo>
                  <a:pt x="20573" y="3802126"/>
                </a:lnTo>
                <a:lnTo>
                  <a:pt x="24891" y="3849370"/>
                </a:lnTo>
                <a:lnTo>
                  <a:pt x="29590" y="3896614"/>
                </a:lnTo>
                <a:lnTo>
                  <a:pt x="34671" y="3943731"/>
                </a:lnTo>
                <a:lnTo>
                  <a:pt x="40131" y="3990721"/>
                </a:lnTo>
                <a:lnTo>
                  <a:pt x="46100" y="4037584"/>
                </a:lnTo>
                <a:lnTo>
                  <a:pt x="52323" y="4084320"/>
                </a:lnTo>
                <a:lnTo>
                  <a:pt x="58927" y="4130929"/>
                </a:lnTo>
                <a:lnTo>
                  <a:pt x="66039" y="4177411"/>
                </a:lnTo>
                <a:lnTo>
                  <a:pt x="73532" y="4223766"/>
                </a:lnTo>
                <a:lnTo>
                  <a:pt x="81279" y="4270121"/>
                </a:lnTo>
                <a:lnTo>
                  <a:pt x="89534" y="4316222"/>
                </a:lnTo>
                <a:lnTo>
                  <a:pt x="98171" y="4362069"/>
                </a:lnTo>
                <a:lnTo>
                  <a:pt x="107060" y="4407916"/>
                </a:lnTo>
                <a:lnTo>
                  <a:pt x="116458" y="4453636"/>
                </a:lnTo>
                <a:lnTo>
                  <a:pt x="126110" y="4499229"/>
                </a:lnTo>
                <a:lnTo>
                  <a:pt x="136271" y="4544568"/>
                </a:lnTo>
                <a:lnTo>
                  <a:pt x="146684" y="4589907"/>
                </a:lnTo>
                <a:lnTo>
                  <a:pt x="157606" y="4634992"/>
                </a:lnTo>
                <a:lnTo>
                  <a:pt x="168782" y="4680077"/>
                </a:lnTo>
                <a:lnTo>
                  <a:pt x="180339" y="4724908"/>
                </a:lnTo>
                <a:lnTo>
                  <a:pt x="192404" y="4769612"/>
                </a:lnTo>
                <a:lnTo>
                  <a:pt x="204723" y="4814062"/>
                </a:lnTo>
                <a:lnTo>
                  <a:pt x="217296" y="4858512"/>
                </a:lnTo>
                <a:lnTo>
                  <a:pt x="230377" y="4902708"/>
                </a:lnTo>
                <a:lnTo>
                  <a:pt x="243839" y="4946777"/>
                </a:lnTo>
                <a:lnTo>
                  <a:pt x="257555" y="4990719"/>
                </a:lnTo>
                <a:lnTo>
                  <a:pt x="271652" y="5034407"/>
                </a:lnTo>
                <a:lnTo>
                  <a:pt x="286130" y="5078095"/>
                </a:lnTo>
                <a:lnTo>
                  <a:pt x="300989" y="5121529"/>
                </a:lnTo>
                <a:lnTo>
                  <a:pt x="316102" y="5164836"/>
                </a:lnTo>
                <a:lnTo>
                  <a:pt x="331723" y="5207889"/>
                </a:lnTo>
                <a:lnTo>
                  <a:pt x="347598" y="5250815"/>
                </a:lnTo>
                <a:lnTo>
                  <a:pt x="363727" y="5293614"/>
                </a:lnTo>
                <a:lnTo>
                  <a:pt x="380364" y="5336159"/>
                </a:lnTo>
                <a:lnTo>
                  <a:pt x="397255" y="5378577"/>
                </a:lnTo>
                <a:lnTo>
                  <a:pt x="414527" y="5420868"/>
                </a:lnTo>
                <a:lnTo>
                  <a:pt x="432053" y="5463032"/>
                </a:lnTo>
                <a:lnTo>
                  <a:pt x="450087" y="5504815"/>
                </a:lnTo>
                <a:lnTo>
                  <a:pt x="468248" y="5546598"/>
                </a:lnTo>
                <a:lnTo>
                  <a:pt x="486917" y="5588127"/>
                </a:lnTo>
                <a:lnTo>
                  <a:pt x="505840" y="5629529"/>
                </a:lnTo>
                <a:lnTo>
                  <a:pt x="525144" y="5670677"/>
                </a:lnTo>
                <a:lnTo>
                  <a:pt x="544702" y="5711698"/>
                </a:lnTo>
                <a:lnTo>
                  <a:pt x="564641" y="5752465"/>
                </a:lnTo>
                <a:lnTo>
                  <a:pt x="584834" y="5793105"/>
                </a:lnTo>
                <a:lnTo>
                  <a:pt x="605408" y="5833491"/>
                </a:lnTo>
                <a:lnTo>
                  <a:pt x="626363" y="5873750"/>
                </a:lnTo>
                <a:lnTo>
                  <a:pt x="647573" y="5913755"/>
                </a:lnTo>
                <a:lnTo>
                  <a:pt x="669035" y="5953506"/>
                </a:lnTo>
                <a:lnTo>
                  <a:pt x="690879" y="5993257"/>
                </a:lnTo>
                <a:lnTo>
                  <a:pt x="713104" y="6032627"/>
                </a:lnTo>
                <a:lnTo>
                  <a:pt x="735583" y="6071870"/>
                </a:lnTo>
                <a:lnTo>
                  <a:pt x="758316" y="6110859"/>
                </a:lnTo>
                <a:lnTo>
                  <a:pt x="781430" y="6149721"/>
                </a:lnTo>
                <a:lnTo>
                  <a:pt x="804798" y="6188329"/>
                </a:lnTo>
                <a:lnTo>
                  <a:pt x="828548" y="6226810"/>
                </a:lnTo>
                <a:lnTo>
                  <a:pt x="852550" y="6264910"/>
                </a:lnTo>
                <a:lnTo>
                  <a:pt x="876934" y="6303010"/>
                </a:lnTo>
                <a:lnTo>
                  <a:pt x="901573" y="6340729"/>
                </a:lnTo>
                <a:lnTo>
                  <a:pt x="926464" y="6378321"/>
                </a:lnTo>
                <a:lnTo>
                  <a:pt x="951737" y="6415659"/>
                </a:lnTo>
                <a:lnTo>
                  <a:pt x="977264" y="6452743"/>
                </a:lnTo>
                <a:lnTo>
                  <a:pt x="1003046" y="6489700"/>
                </a:lnTo>
                <a:lnTo>
                  <a:pt x="1029207" y="6526403"/>
                </a:lnTo>
                <a:lnTo>
                  <a:pt x="1055623" y="6562852"/>
                </a:lnTo>
                <a:lnTo>
                  <a:pt x="1082294" y="6599047"/>
                </a:lnTo>
                <a:lnTo>
                  <a:pt x="1109217" y="6634988"/>
                </a:lnTo>
                <a:lnTo>
                  <a:pt x="1117091" y="6645275"/>
                </a:lnTo>
              </a:path>
            </a:pathLst>
          </a:custGeom>
          <a:ln w="515111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IMPLEMENTATION</a:t>
            </a:r>
            <a:r>
              <a:rPr spc="-21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279394" y="7789544"/>
            <a:ext cx="1062990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admin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dashboard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to,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delete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events,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view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list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students </a:t>
            </a:r>
            <a:r>
              <a:rPr sz="2800" dirty="0">
                <a:latin typeface="Times New Roman"/>
                <a:cs typeface="Times New Roman"/>
              </a:rPr>
              <a:t>registered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event.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D2191D7-C8EE-A485-54BA-1F3041BDE0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866901"/>
            <a:ext cx="12954000" cy="54561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4568" y="7321295"/>
            <a:ext cx="993775" cy="993775"/>
          </a:xfrm>
          <a:custGeom>
            <a:avLst/>
            <a:gdLst/>
            <a:ahLst/>
            <a:cxnLst/>
            <a:rect l="l" t="t" r="r" b="b"/>
            <a:pathLst>
              <a:path w="993775" h="993775">
                <a:moveTo>
                  <a:pt x="496823" y="0"/>
                </a:moveTo>
                <a:lnTo>
                  <a:pt x="448983" y="2285"/>
                </a:lnTo>
                <a:lnTo>
                  <a:pt x="402412" y="9016"/>
                </a:lnTo>
                <a:lnTo>
                  <a:pt x="357352" y="19811"/>
                </a:lnTo>
                <a:lnTo>
                  <a:pt x="313994" y="34670"/>
                </a:lnTo>
                <a:lnTo>
                  <a:pt x="272541" y="53339"/>
                </a:lnTo>
                <a:lnTo>
                  <a:pt x="233210" y="75564"/>
                </a:lnTo>
                <a:lnTo>
                  <a:pt x="196202" y="101218"/>
                </a:lnTo>
                <a:lnTo>
                  <a:pt x="161734" y="130047"/>
                </a:lnTo>
                <a:lnTo>
                  <a:pt x="130009" y="161670"/>
                </a:lnTo>
                <a:lnTo>
                  <a:pt x="101244" y="196214"/>
                </a:lnTo>
                <a:lnTo>
                  <a:pt x="75628" y="233171"/>
                </a:lnTo>
                <a:lnTo>
                  <a:pt x="53390" y="272541"/>
                </a:lnTo>
                <a:lnTo>
                  <a:pt x="34721" y="313943"/>
                </a:lnTo>
                <a:lnTo>
                  <a:pt x="19850" y="357377"/>
                </a:lnTo>
                <a:lnTo>
                  <a:pt x="8953" y="402335"/>
                </a:lnTo>
                <a:lnTo>
                  <a:pt x="2273" y="448944"/>
                </a:lnTo>
                <a:lnTo>
                  <a:pt x="0" y="496823"/>
                </a:lnTo>
                <a:lnTo>
                  <a:pt x="2273" y="544702"/>
                </a:lnTo>
                <a:lnTo>
                  <a:pt x="8953" y="591184"/>
                </a:lnTo>
                <a:lnTo>
                  <a:pt x="19850" y="636269"/>
                </a:lnTo>
                <a:lnTo>
                  <a:pt x="34721" y="679703"/>
                </a:lnTo>
                <a:lnTo>
                  <a:pt x="53390" y="721105"/>
                </a:lnTo>
                <a:lnTo>
                  <a:pt x="75628" y="760476"/>
                </a:lnTo>
                <a:lnTo>
                  <a:pt x="101244" y="797432"/>
                </a:lnTo>
                <a:lnTo>
                  <a:pt x="130009" y="831976"/>
                </a:lnTo>
                <a:lnTo>
                  <a:pt x="161734" y="863599"/>
                </a:lnTo>
                <a:lnTo>
                  <a:pt x="196202" y="892428"/>
                </a:lnTo>
                <a:lnTo>
                  <a:pt x="233210" y="918082"/>
                </a:lnTo>
                <a:lnTo>
                  <a:pt x="272541" y="940307"/>
                </a:lnTo>
                <a:lnTo>
                  <a:pt x="313994" y="958976"/>
                </a:lnTo>
                <a:lnTo>
                  <a:pt x="357352" y="973835"/>
                </a:lnTo>
                <a:lnTo>
                  <a:pt x="402412" y="984630"/>
                </a:lnTo>
                <a:lnTo>
                  <a:pt x="448983" y="991361"/>
                </a:lnTo>
                <a:lnTo>
                  <a:pt x="496823" y="993647"/>
                </a:lnTo>
                <a:lnTo>
                  <a:pt x="544703" y="991361"/>
                </a:lnTo>
                <a:lnTo>
                  <a:pt x="591185" y="984630"/>
                </a:lnTo>
                <a:lnTo>
                  <a:pt x="636269" y="973835"/>
                </a:lnTo>
                <a:lnTo>
                  <a:pt x="679704" y="958976"/>
                </a:lnTo>
                <a:lnTo>
                  <a:pt x="721106" y="940307"/>
                </a:lnTo>
                <a:lnTo>
                  <a:pt x="760476" y="918082"/>
                </a:lnTo>
                <a:lnTo>
                  <a:pt x="797432" y="892428"/>
                </a:lnTo>
                <a:lnTo>
                  <a:pt x="831976" y="863599"/>
                </a:lnTo>
                <a:lnTo>
                  <a:pt x="863600" y="831976"/>
                </a:lnTo>
                <a:lnTo>
                  <a:pt x="892429" y="797432"/>
                </a:lnTo>
                <a:lnTo>
                  <a:pt x="918082" y="760476"/>
                </a:lnTo>
                <a:lnTo>
                  <a:pt x="940307" y="721105"/>
                </a:lnTo>
                <a:lnTo>
                  <a:pt x="958976" y="679703"/>
                </a:lnTo>
                <a:lnTo>
                  <a:pt x="973836" y="636269"/>
                </a:lnTo>
                <a:lnTo>
                  <a:pt x="984631" y="591184"/>
                </a:lnTo>
                <a:lnTo>
                  <a:pt x="991362" y="544702"/>
                </a:lnTo>
                <a:lnTo>
                  <a:pt x="993648" y="496823"/>
                </a:lnTo>
                <a:lnTo>
                  <a:pt x="991362" y="448944"/>
                </a:lnTo>
                <a:lnTo>
                  <a:pt x="984631" y="402335"/>
                </a:lnTo>
                <a:lnTo>
                  <a:pt x="973836" y="357377"/>
                </a:lnTo>
                <a:lnTo>
                  <a:pt x="958976" y="313943"/>
                </a:lnTo>
                <a:lnTo>
                  <a:pt x="940307" y="272541"/>
                </a:lnTo>
                <a:lnTo>
                  <a:pt x="918082" y="233171"/>
                </a:lnTo>
                <a:lnTo>
                  <a:pt x="892429" y="196214"/>
                </a:lnTo>
                <a:lnTo>
                  <a:pt x="863600" y="161670"/>
                </a:lnTo>
                <a:lnTo>
                  <a:pt x="831976" y="130047"/>
                </a:lnTo>
                <a:lnTo>
                  <a:pt x="797432" y="101218"/>
                </a:lnTo>
                <a:lnTo>
                  <a:pt x="760476" y="75564"/>
                </a:lnTo>
                <a:lnTo>
                  <a:pt x="721106" y="53339"/>
                </a:lnTo>
                <a:lnTo>
                  <a:pt x="679704" y="34670"/>
                </a:lnTo>
                <a:lnTo>
                  <a:pt x="636269" y="19811"/>
                </a:lnTo>
                <a:lnTo>
                  <a:pt x="591185" y="9016"/>
                </a:lnTo>
                <a:lnTo>
                  <a:pt x="544703" y="2285"/>
                </a:lnTo>
                <a:lnTo>
                  <a:pt x="496823" y="0"/>
                </a:lnTo>
                <a:close/>
              </a:path>
            </a:pathLst>
          </a:custGeom>
          <a:solidFill>
            <a:srgbClr val="FB60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8354" y="7556068"/>
            <a:ext cx="209550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50" spc="-50" dirty="0">
                <a:solidFill>
                  <a:srgbClr val="FFFCFC"/>
                </a:solidFill>
                <a:latin typeface="Tahoma"/>
                <a:cs typeface="Tahoma"/>
              </a:rPr>
              <a:t>9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9932" y="331774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6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6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078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9932" y="1982723"/>
            <a:ext cx="506095" cy="546100"/>
          </a:xfrm>
          <a:custGeom>
            <a:avLst/>
            <a:gdLst/>
            <a:ahLst/>
            <a:cxnLst/>
            <a:rect l="l" t="t" r="r" b="b"/>
            <a:pathLst>
              <a:path w="506094" h="546100">
                <a:moveTo>
                  <a:pt x="252984" y="0"/>
                </a:moveTo>
                <a:lnTo>
                  <a:pt x="207505" y="4445"/>
                </a:lnTo>
                <a:lnTo>
                  <a:pt x="164706" y="17018"/>
                </a:lnTo>
                <a:lnTo>
                  <a:pt x="125298" y="37210"/>
                </a:lnTo>
                <a:lnTo>
                  <a:pt x="89992" y="64134"/>
                </a:lnTo>
                <a:lnTo>
                  <a:pt x="59499" y="97027"/>
                </a:lnTo>
                <a:lnTo>
                  <a:pt x="34543" y="135127"/>
                </a:lnTo>
                <a:lnTo>
                  <a:pt x="15824" y="177673"/>
                </a:lnTo>
                <a:lnTo>
                  <a:pt x="4076" y="223774"/>
                </a:lnTo>
                <a:lnTo>
                  <a:pt x="0" y="272796"/>
                </a:lnTo>
                <a:lnTo>
                  <a:pt x="4076" y="321818"/>
                </a:lnTo>
                <a:lnTo>
                  <a:pt x="15824" y="367919"/>
                </a:lnTo>
                <a:lnTo>
                  <a:pt x="34543" y="410464"/>
                </a:lnTo>
                <a:lnTo>
                  <a:pt x="59499" y="448564"/>
                </a:lnTo>
                <a:lnTo>
                  <a:pt x="89992" y="481456"/>
                </a:lnTo>
                <a:lnTo>
                  <a:pt x="125298" y="508380"/>
                </a:lnTo>
                <a:lnTo>
                  <a:pt x="164706" y="528574"/>
                </a:lnTo>
                <a:lnTo>
                  <a:pt x="207505" y="541147"/>
                </a:lnTo>
                <a:lnTo>
                  <a:pt x="252984" y="545592"/>
                </a:lnTo>
                <a:lnTo>
                  <a:pt x="298450" y="541147"/>
                </a:lnTo>
                <a:lnTo>
                  <a:pt x="341249" y="528574"/>
                </a:lnTo>
                <a:lnTo>
                  <a:pt x="380619" y="508380"/>
                </a:lnTo>
                <a:lnTo>
                  <a:pt x="415925" y="481456"/>
                </a:lnTo>
                <a:lnTo>
                  <a:pt x="446405" y="448564"/>
                </a:lnTo>
                <a:lnTo>
                  <a:pt x="471424" y="410464"/>
                </a:lnTo>
                <a:lnTo>
                  <a:pt x="490093" y="367919"/>
                </a:lnTo>
                <a:lnTo>
                  <a:pt x="501904" y="321818"/>
                </a:lnTo>
                <a:lnTo>
                  <a:pt x="505968" y="272796"/>
                </a:lnTo>
                <a:lnTo>
                  <a:pt x="501904" y="223774"/>
                </a:lnTo>
                <a:lnTo>
                  <a:pt x="490093" y="177673"/>
                </a:lnTo>
                <a:lnTo>
                  <a:pt x="471424" y="135127"/>
                </a:lnTo>
                <a:lnTo>
                  <a:pt x="446405" y="97027"/>
                </a:lnTo>
                <a:lnTo>
                  <a:pt x="415925" y="64134"/>
                </a:lnTo>
                <a:lnTo>
                  <a:pt x="380619" y="37210"/>
                </a:lnTo>
                <a:lnTo>
                  <a:pt x="341249" y="17018"/>
                </a:lnTo>
                <a:lnTo>
                  <a:pt x="298450" y="4445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1944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9932" y="3985259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4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4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479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9932" y="2650235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1940" y="2758185"/>
            <a:ext cx="14414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9932" y="5320284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30392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9932" y="4652771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2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2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2626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9932" y="5987796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7"/>
                </a:lnTo>
                <a:lnTo>
                  <a:pt x="164706" y="17017"/>
                </a:lnTo>
                <a:lnTo>
                  <a:pt x="125298" y="37083"/>
                </a:lnTo>
                <a:lnTo>
                  <a:pt x="89992" y="63753"/>
                </a:lnTo>
                <a:lnTo>
                  <a:pt x="59499" y="96519"/>
                </a:lnTo>
                <a:lnTo>
                  <a:pt x="34543" y="134365"/>
                </a:lnTo>
                <a:lnTo>
                  <a:pt x="15824" y="176656"/>
                </a:lnTo>
                <a:lnTo>
                  <a:pt x="4076" y="222503"/>
                </a:lnTo>
                <a:lnTo>
                  <a:pt x="0" y="271271"/>
                </a:lnTo>
                <a:lnTo>
                  <a:pt x="4076" y="320039"/>
                </a:lnTo>
                <a:lnTo>
                  <a:pt x="15824" y="365887"/>
                </a:lnTo>
                <a:lnTo>
                  <a:pt x="34543" y="408177"/>
                </a:lnTo>
                <a:lnTo>
                  <a:pt x="59499" y="446024"/>
                </a:lnTo>
                <a:lnTo>
                  <a:pt x="89992" y="478789"/>
                </a:lnTo>
                <a:lnTo>
                  <a:pt x="125298" y="505459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3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59"/>
                </a:lnTo>
                <a:lnTo>
                  <a:pt x="415925" y="478789"/>
                </a:lnTo>
                <a:lnTo>
                  <a:pt x="446405" y="446024"/>
                </a:lnTo>
                <a:lnTo>
                  <a:pt x="471424" y="408177"/>
                </a:lnTo>
                <a:lnTo>
                  <a:pt x="490093" y="365887"/>
                </a:lnTo>
                <a:lnTo>
                  <a:pt x="501904" y="320039"/>
                </a:lnTo>
                <a:lnTo>
                  <a:pt x="505968" y="271271"/>
                </a:lnTo>
                <a:lnTo>
                  <a:pt x="501904" y="222503"/>
                </a:lnTo>
                <a:lnTo>
                  <a:pt x="490093" y="176656"/>
                </a:lnTo>
                <a:lnTo>
                  <a:pt x="471424" y="134365"/>
                </a:lnTo>
                <a:lnTo>
                  <a:pt x="446405" y="96519"/>
                </a:lnTo>
                <a:lnTo>
                  <a:pt x="415925" y="63753"/>
                </a:lnTo>
                <a:lnTo>
                  <a:pt x="380619" y="37083"/>
                </a:lnTo>
                <a:lnTo>
                  <a:pt x="341249" y="17017"/>
                </a:lnTo>
                <a:lnTo>
                  <a:pt x="298450" y="4317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4988" y="6098285"/>
            <a:ext cx="1441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9932" y="6655307"/>
            <a:ext cx="506095" cy="542925"/>
          </a:xfrm>
          <a:custGeom>
            <a:avLst/>
            <a:gdLst/>
            <a:ahLst/>
            <a:cxnLst/>
            <a:rect l="l" t="t" r="r" b="b"/>
            <a:pathLst>
              <a:path w="506094" h="542925">
                <a:moveTo>
                  <a:pt x="252984" y="0"/>
                </a:moveTo>
                <a:lnTo>
                  <a:pt x="207505" y="4318"/>
                </a:lnTo>
                <a:lnTo>
                  <a:pt x="164706" y="17018"/>
                </a:lnTo>
                <a:lnTo>
                  <a:pt x="125298" y="37084"/>
                </a:lnTo>
                <a:lnTo>
                  <a:pt x="89992" y="63754"/>
                </a:lnTo>
                <a:lnTo>
                  <a:pt x="59499" y="96520"/>
                </a:lnTo>
                <a:lnTo>
                  <a:pt x="34543" y="134366"/>
                </a:lnTo>
                <a:lnTo>
                  <a:pt x="15824" y="176657"/>
                </a:lnTo>
                <a:lnTo>
                  <a:pt x="4076" y="222504"/>
                </a:lnTo>
                <a:lnTo>
                  <a:pt x="0" y="271272"/>
                </a:lnTo>
                <a:lnTo>
                  <a:pt x="4076" y="320040"/>
                </a:lnTo>
                <a:lnTo>
                  <a:pt x="15824" y="365887"/>
                </a:lnTo>
                <a:lnTo>
                  <a:pt x="34543" y="408178"/>
                </a:lnTo>
                <a:lnTo>
                  <a:pt x="59499" y="446024"/>
                </a:lnTo>
                <a:lnTo>
                  <a:pt x="89992" y="478790"/>
                </a:lnTo>
                <a:lnTo>
                  <a:pt x="125298" y="505460"/>
                </a:lnTo>
                <a:lnTo>
                  <a:pt x="164706" y="525526"/>
                </a:lnTo>
                <a:lnTo>
                  <a:pt x="207505" y="538226"/>
                </a:lnTo>
                <a:lnTo>
                  <a:pt x="252984" y="542544"/>
                </a:lnTo>
                <a:lnTo>
                  <a:pt x="298450" y="538226"/>
                </a:lnTo>
                <a:lnTo>
                  <a:pt x="341249" y="525526"/>
                </a:lnTo>
                <a:lnTo>
                  <a:pt x="380619" y="505460"/>
                </a:lnTo>
                <a:lnTo>
                  <a:pt x="415925" y="478790"/>
                </a:lnTo>
                <a:lnTo>
                  <a:pt x="446405" y="446024"/>
                </a:lnTo>
                <a:lnTo>
                  <a:pt x="471424" y="408178"/>
                </a:lnTo>
                <a:lnTo>
                  <a:pt x="490093" y="365887"/>
                </a:lnTo>
                <a:lnTo>
                  <a:pt x="501904" y="320040"/>
                </a:lnTo>
                <a:lnTo>
                  <a:pt x="505968" y="271272"/>
                </a:lnTo>
                <a:lnTo>
                  <a:pt x="501904" y="222504"/>
                </a:lnTo>
                <a:lnTo>
                  <a:pt x="490093" y="176657"/>
                </a:lnTo>
                <a:lnTo>
                  <a:pt x="471424" y="134366"/>
                </a:lnTo>
                <a:lnTo>
                  <a:pt x="446405" y="96520"/>
                </a:lnTo>
                <a:lnTo>
                  <a:pt x="415925" y="63754"/>
                </a:lnTo>
                <a:lnTo>
                  <a:pt x="380619" y="37084"/>
                </a:lnTo>
                <a:lnTo>
                  <a:pt x="341249" y="17018"/>
                </a:lnTo>
                <a:lnTo>
                  <a:pt x="298450" y="4318"/>
                </a:lnTo>
                <a:lnTo>
                  <a:pt x="252984" y="0"/>
                </a:lnTo>
                <a:close/>
              </a:path>
            </a:pathLst>
          </a:custGeom>
          <a:ln w="9144">
            <a:solidFill>
              <a:srgbClr val="FB60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6765746"/>
            <a:ext cx="144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171717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165703" y="1096136"/>
            <a:ext cx="2284730" cy="8199120"/>
            <a:chOff x="16165703" y="1096136"/>
            <a:chExt cx="2284730" cy="819912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65703" y="1096136"/>
              <a:ext cx="947928" cy="23469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6639667" y="1435988"/>
              <a:ext cx="1501140" cy="7550150"/>
            </a:xfrm>
            <a:custGeom>
              <a:avLst/>
              <a:gdLst/>
              <a:ahLst/>
              <a:cxnLst/>
              <a:rect l="l" t="t" r="r" b="b"/>
              <a:pathLst>
                <a:path w="1501140" h="7550150">
                  <a:moveTo>
                    <a:pt x="1501140" y="0"/>
                  </a:moveTo>
                  <a:lnTo>
                    <a:pt x="1454530" y="49910"/>
                  </a:lnTo>
                  <a:lnTo>
                    <a:pt x="1424304" y="83057"/>
                  </a:lnTo>
                  <a:lnTo>
                    <a:pt x="1394205" y="116331"/>
                  </a:lnTo>
                  <a:lnTo>
                    <a:pt x="1364488" y="149986"/>
                  </a:lnTo>
                  <a:lnTo>
                    <a:pt x="1335023" y="183895"/>
                  </a:lnTo>
                  <a:lnTo>
                    <a:pt x="1305686" y="218058"/>
                  </a:lnTo>
                  <a:lnTo>
                    <a:pt x="1276857" y="252349"/>
                  </a:lnTo>
                  <a:lnTo>
                    <a:pt x="1248155" y="287019"/>
                  </a:lnTo>
                  <a:lnTo>
                    <a:pt x="1219707" y="321817"/>
                  </a:lnTo>
                  <a:lnTo>
                    <a:pt x="1191640" y="356869"/>
                  </a:lnTo>
                  <a:lnTo>
                    <a:pt x="1163827" y="392175"/>
                  </a:lnTo>
                  <a:lnTo>
                    <a:pt x="1136269" y="427735"/>
                  </a:lnTo>
                  <a:lnTo>
                    <a:pt x="1108963" y="463550"/>
                  </a:lnTo>
                  <a:lnTo>
                    <a:pt x="1082040" y="499490"/>
                  </a:lnTo>
                  <a:lnTo>
                    <a:pt x="1055242" y="535685"/>
                  </a:lnTo>
                  <a:lnTo>
                    <a:pt x="1028953" y="572134"/>
                  </a:lnTo>
                  <a:lnTo>
                    <a:pt x="1002792" y="608837"/>
                  </a:lnTo>
                  <a:lnTo>
                    <a:pt x="977011" y="645794"/>
                  </a:lnTo>
                  <a:lnTo>
                    <a:pt x="951484" y="682878"/>
                  </a:lnTo>
                  <a:lnTo>
                    <a:pt x="926211" y="720216"/>
                  </a:lnTo>
                  <a:lnTo>
                    <a:pt x="901319" y="757681"/>
                  </a:lnTo>
                  <a:lnTo>
                    <a:pt x="876680" y="795527"/>
                  </a:lnTo>
                  <a:lnTo>
                    <a:pt x="852423" y="833501"/>
                  </a:lnTo>
                  <a:lnTo>
                    <a:pt x="828294" y="871727"/>
                  </a:lnTo>
                  <a:lnTo>
                    <a:pt x="804671" y="910081"/>
                  </a:lnTo>
                  <a:lnTo>
                    <a:pt x="781176" y="948689"/>
                  </a:lnTo>
                  <a:lnTo>
                    <a:pt x="758190" y="987551"/>
                  </a:lnTo>
                  <a:lnTo>
                    <a:pt x="735329" y="1026540"/>
                  </a:lnTo>
                  <a:lnTo>
                    <a:pt x="712850" y="1065783"/>
                  </a:lnTo>
                  <a:lnTo>
                    <a:pt x="690752" y="1105153"/>
                  </a:lnTo>
                  <a:lnTo>
                    <a:pt x="668909" y="1144777"/>
                  </a:lnTo>
                  <a:lnTo>
                    <a:pt x="647319" y="1184655"/>
                  </a:lnTo>
                  <a:lnTo>
                    <a:pt x="626109" y="1224660"/>
                  </a:lnTo>
                  <a:lnTo>
                    <a:pt x="605281" y="1264792"/>
                  </a:lnTo>
                  <a:lnTo>
                    <a:pt x="584707" y="1305305"/>
                  </a:lnTo>
                  <a:lnTo>
                    <a:pt x="564515" y="1345818"/>
                  </a:lnTo>
                  <a:lnTo>
                    <a:pt x="544575" y="1386585"/>
                  </a:lnTo>
                  <a:lnTo>
                    <a:pt x="524890" y="1427606"/>
                  </a:lnTo>
                  <a:lnTo>
                    <a:pt x="505713" y="1468754"/>
                  </a:lnTo>
                  <a:lnTo>
                    <a:pt x="486790" y="1510156"/>
                  </a:lnTo>
                  <a:lnTo>
                    <a:pt x="468121" y="1551685"/>
                  </a:lnTo>
                  <a:lnTo>
                    <a:pt x="449961" y="1593341"/>
                  </a:lnTo>
                  <a:lnTo>
                    <a:pt x="431926" y="1635252"/>
                  </a:lnTo>
                  <a:lnTo>
                    <a:pt x="414400" y="1677288"/>
                  </a:lnTo>
                  <a:lnTo>
                    <a:pt x="397128" y="1719579"/>
                  </a:lnTo>
                  <a:lnTo>
                    <a:pt x="380238" y="1761997"/>
                  </a:lnTo>
                  <a:lnTo>
                    <a:pt x="363727" y="1804542"/>
                  </a:lnTo>
                  <a:lnTo>
                    <a:pt x="347471" y="1847341"/>
                  </a:lnTo>
                  <a:lnTo>
                    <a:pt x="331596" y="1890267"/>
                  </a:lnTo>
                  <a:lnTo>
                    <a:pt x="316102" y="1933320"/>
                  </a:lnTo>
                  <a:lnTo>
                    <a:pt x="300863" y="1976627"/>
                  </a:lnTo>
                  <a:lnTo>
                    <a:pt x="286130" y="2020061"/>
                  </a:lnTo>
                  <a:lnTo>
                    <a:pt x="271652" y="2063622"/>
                  </a:lnTo>
                  <a:lnTo>
                    <a:pt x="257428" y="2107310"/>
                  </a:lnTo>
                  <a:lnTo>
                    <a:pt x="243713" y="2151253"/>
                  </a:lnTo>
                  <a:lnTo>
                    <a:pt x="230377" y="2195321"/>
                  </a:lnTo>
                  <a:lnTo>
                    <a:pt x="217296" y="2239517"/>
                  </a:lnTo>
                  <a:lnTo>
                    <a:pt x="204596" y="2283967"/>
                  </a:lnTo>
                  <a:lnTo>
                    <a:pt x="192277" y="2328417"/>
                  </a:lnTo>
                  <a:lnTo>
                    <a:pt x="180340" y="2373121"/>
                  </a:lnTo>
                  <a:lnTo>
                    <a:pt x="168782" y="2417952"/>
                  </a:lnTo>
                  <a:lnTo>
                    <a:pt x="157606" y="2462910"/>
                  </a:lnTo>
                  <a:lnTo>
                    <a:pt x="146684" y="2508122"/>
                  </a:lnTo>
                  <a:lnTo>
                    <a:pt x="136271" y="2553334"/>
                  </a:lnTo>
                  <a:lnTo>
                    <a:pt x="126111" y="2598673"/>
                  </a:lnTo>
                  <a:lnTo>
                    <a:pt x="116459" y="2644266"/>
                  </a:lnTo>
                  <a:lnTo>
                    <a:pt x="107061" y="2689986"/>
                  </a:lnTo>
                  <a:lnTo>
                    <a:pt x="98044" y="2735833"/>
                  </a:lnTo>
                  <a:lnTo>
                    <a:pt x="89534" y="2781680"/>
                  </a:lnTo>
                  <a:lnTo>
                    <a:pt x="81279" y="2827781"/>
                  </a:lnTo>
                  <a:lnTo>
                    <a:pt x="73405" y="2874009"/>
                  </a:lnTo>
                  <a:lnTo>
                    <a:pt x="66040" y="2920364"/>
                  </a:lnTo>
                  <a:lnTo>
                    <a:pt x="58927" y="2966846"/>
                  </a:lnTo>
                  <a:lnTo>
                    <a:pt x="52323" y="3013455"/>
                  </a:lnTo>
                  <a:lnTo>
                    <a:pt x="46100" y="3060191"/>
                  </a:lnTo>
                  <a:lnTo>
                    <a:pt x="40131" y="3107054"/>
                  </a:lnTo>
                  <a:lnTo>
                    <a:pt x="34671" y="3154044"/>
                  </a:lnTo>
                  <a:lnTo>
                    <a:pt x="29590" y="3201161"/>
                  </a:lnTo>
                  <a:lnTo>
                    <a:pt x="24892" y="3248278"/>
                  </a:lnTo>
                  <a:lnTo>
                    <a:pt x="20573" y="3295649"/>
                  </a:lnTo>
                  <a:lnTo>
                    <a:pt x="16763" y="3343147"/>
                  </a:lnTo>
                  <a:lnTo>
                    <a:pt x="13207" y="3390645"/>
                  </a:lnTo>
                  <a:lnTo>
                    <a:pt x="10159" y="3438270"/>
                  </a:lnTo>
                  <a:lnTo>
                    <a:pt x="7492" y="3486149"/>
                  </a:lnTo>
                  <a:lnTo>
                    <a:pt x="5206" y="3534028"/>
                  </a:lnTo>
                  <a:lnTo>
                    <a:pt x="3301" y="3581907"/>
                  </a:lnTo>
                  <a:lnTo>
                    <a:pt x="1904" y="3630040"/>
                  </a:lnTo>
                  <a:lnTo>
                    <a:pt x="888" y="3678300"/>
                  </a:lnTo>
                  <a:lnTo>
                    <a:pt x="253" y="3726560"/>
                  </a:lnTo>
                  <a:lnTo>
                    <a:pt x="0" y="3774947"/>
                  </a:lnTo>
                  <a:lnTo>
                    <a:pt x="253" y="3823334"/>
                  </a:lnTo>
                  <a:lnTo>
                    <a:pt x="888" y="3871594"/>
                  </a:lnTo>
                  <a:lnTo>
                    <a:pt x="1904" y="3919854"/>
                  </a:lnTo>
                  <a:lnTo>
                    <a:pt x="3301" y="3967987"/>
                  </a:lnTo>
                  <a:lnTo>
                    <a:pt x="5206" y="4015866"/>
                  </a:lnTo>
                  <a:lnTo>
                    <a:pt x="7492" y="4063745"/>
                  </a:lnTo>
                  <a:lnTo>
                    <a:pt x="10159" y="4111624"/>
                  </a:lnTo>
                  <a:lnTo>
                    <a:pt x="13207" y="4159249"/>
                  </a:lnTo>
                  <a:lnTo>
                    <a:pt x="16763" y="4206747"/>
                  </a:lnTo>
                  <a:lnTo>
                    <a:pt x="20573" y="4254245"/>
                  </a:lnTo>
                  <a:lnTo>
                    <a:pt x="24892" y="4301616"/>
                  </a:lnTo>
                  <a:lnTo>
                    <a:pt x="29590" y="4348733"/>
                  </a:lnTo>
                  <a:lnTo>
                    <a:pt x="34671" y="4395850"/>
                  </a:lnTo>
                  <a:lnTo>
                    <a:pt x="40131" y="4442840"/>
                  </a:lnTo>
                  <a:lnTo>
                    <a:pt x="46100" y="4489703"/>
                  </a:lnTo>
                  <a:lnTo>
                    <a:pt x="52323" y="4536439"/>
                  </a:lnTo>
                  <a:lnTo>
                    <a:pt x="58927" y="4583048"/>
                  </a:lnTo>
                  <a:lnTo>
                    <a:pt x="66040" y="4629531"/>
                  </a:lnTo>
                  <a:lnTo>
                    <a:pt x="73405" y="4675885"/>
                  </a:lnTo>
                  <a:lnTo>
                    <a:pt x="81279" y="4722113"/>
                  </a:lnTo>
                  <a:lnTo>
                    <a:pt x="89534" y="4768214"/>
                  </a:lnTo>
                  <a:lnTo>
                    <a:pt x="98044" y="4814061"/>
                  </a:lnTo>
                  <a:lnTo>
                    <a:pt x="107061" y="4859908"/>
                  </a:lnTo>
                  <a:lnTo>
                    <a:pt x="116459" y="4905628"/>
                  </a:lnTo>
                  <a:lnTo>
                    <a:pt x="126111" y="4951221"/>
                  </a:lnTo>
                  <a:lnTo>
                    <a:pt x="136271" y="4996560"/>
                  </a:lnTo>
                  <a:lnTo>
                    <a:pt x="146684" y="5041772"/>
                  </a:lnTo>
                  <a:lnTo>
                    <a:pt x="157606" y="5086984"/>
                  </a:lnTo>
                  <a:lnTo>
                    <a:pt x="168782" y="5131943"/>
                  </a:lnTo>
                  <a:lnTo>
                    <a:pt x="180340" y="5176773"/>
                  </a:lnTo>
                  <a:lnTo>
                    <a:pt x="192277" y="5221477"/>
                  </a:lnTo>
                  <a:lnTo>
                    <a:pt x="204596" y="5265927"/>
                  </a:lnTo>
                  <a:lnTo>
                    <a:pt x="217296" y="5310377"/>
                  </a:lnTo>
                  <a:lnTo>
                    <a:pt x="230377" y="5354573"/>
                  </a:lnTo>
                  <a:lnTo>
                    <a:pt x="243713" y="5398643"/>
                  </a:lnTo>
                  <a:lnTo>
                    <a:pt x="257428" y="5442458"/>
                  </a:lnTo>
                  <a:lnTo>
                    <a:pt x="271652" y="5486272"/>
                  </a:lnTo>
                  <a:lnTo>
                    <a:pt x="286130" y="5529833"/>
                  </a:lnTo>
                  <a:lnTo>
                    <a:pt x="300863" y="5573268"/>
                  </a:lnTo>
                  <a:lnTo>
                    <a:pt x="316102" y="5616574"/>
                  </a:lnTo>
                  <a:lnTo>
                    <a:pt x="331596" y="5659628"/>
                  </a:lnTo>
                  <a:lnTo>
                    <a:pt x="347471" y="5702554"/>
                  </a:lnTo>
                  <a:lnTo>
                    <a:pt x="363727" y="5745353"/>
                  </a:lnTo>
                  <a:lnTo>
                    <a:pt x="380238" y="5787897"/>
                  </a:lnTo>
                  <a:lnTo>
                    <a:pt x="397128" y="5830315"/>
                  </a:lnTo>
                  <a:lnTo>
                    <a:pt x="414400" y="5872607"/>
                  </a:lnTo>
                  <a:lnTo>
                    <a:pt x="431926" y="5914643"/>
                  </a:lnTo>
                  <a:lnTo>
                    <a:pt x="449961" y="5956554"/>
                  </a:lnTo>
                  <a:lnTo>
                    <a:pt x="468121" y="5998209"/>
                  </a:lnTo>
                  <a:lnTo>
                    <a:pt x="486790" y="6039738"/>
                  </a:lnTo>
                  <a:lnTo>
                    <a:pt x="505713" y="6081140"/>
                  </a:lnTo>
                  <a:lnTo>
                    <a:pt x="524890" y="6122288"/>
                  </a:lnTo>
                  <a:lnTo>
                    <a:pt x="544575" y="6163309"/>
                  </a:lnTo>
                  <a:lnTo>
                    <a:pt x="564515" y="6204077"/>
                  </a:lnTo>
                  <a:lnTo>
                    <a:pt x="584707" y="6244589"/>
                  </a:lnTo>
                  <a:lnTo>
                    <a:pt x="605281" y="6285103"/>
                  </a:lnTo>
                  <a:lnTo>
                    <a:pt x="626109" y="6325234"/>
                  </a:lnTo>
                  <a:lnTo>
                    <a:pt x="647319" y="6365239"/>
                  </a:lnTo>
                  <a:lnTo>
                    <a:pt x="668909" y="6405117"/>
                  </a:lnTo>
                  <a:lnTo>
                    <a:pt x="690752" y="6444741"/>
                  </a:lnTo>
                  <a:lnTo>
                    <a:pt x="712850" y="6484111"/>
                  </a:lnTo>
                  <a:lnTo>
                    <a:pt x="735329" y="6523355"/>
                  </a:lnTo>
                  <a:lnTo>
                    <a:pt x="758190" y="6562343"/>
                  </a:lnTo>
                  <a:lnTo>
                    <a:pt x="781176" y="6601206"/>
                  </a:lnTo>
                  <a:lnTo>
                    <a:pt x="804671" y="6639813"/>
                  </a:lnTo>
                  <a:lnTo>
                    <a:pt x="828294" y="6678167"/>
                  </a:lnTo>
                  <a:lnTo>
                    <a:pt x="852423" y="6716394"/>
                  </a:lnTo>
                  <a:lnTo>
                    <a:pt x="876680" y="6754367"/>
                  </a:lnTo>
                  <a:lnTo>
                    <a:pt x="901319" y="6792213"/>
                  </a:lnTo>
                  <a:lnTo>
                    <a:pt x="926211" y="6829679"/>
                  </a:lnTo>
                  <a:lnTo>
                    <a:pt x="951484" y="6867016"/>
                  </a:lnTo>
                  <a:lnTo>
                    <a:pt x="977011" y="6904100"/>
                  </a:lnTo>
                  <a:lnTo>
                    <a:pt x="1002792" y="6941058"/>
                  </a:lnTo>
                  <a:lnTo>
                    <a:pt x="1028953" y="6977760"/>
                  </a:lnTo>
                  <a:lnTo>
                    <a:pt x="1055242" y="7014209"/>
                  </a:lnTo>
                  <a:lnTo>
                    <a:pt x="1082040" y="7050405"/>
                  </a:lnTo>
                  <a:lnTo>
                    <a:pt x="1108963" y="7086346"/>
                  </a:lnTo>
                  <a:lnTo>
                    <a:pt x="1136269" y="7122159"/>
                  </a:lnTo>
                  <a:lnTo>
                    <a:pt x="1163827" y="7157719"/>
                  </a:lnTo>
                  <a:lnTo>
                    <a:pt x="1191640" y="7193025"/>
                  </a:lnTo>
                  <a:lnTo>
                    <a:pt x="1219707" y="7228078"/>
                  </a:lnTo>
                  <a:lnTo>
                    <a:pt x="1248155" y="7262876"/>
                  </a:lnTo>
                  <a:lnTo>
                    <a:pt x="1276857" y="7297546"/>
                  </a:lnTo>
                  <a:lnTo>
                    <a:pt x="1305686" y="7331836"/>
                  </a:lnTo>
                  <a:lnTo>
                    <a:pt x="1335023" y="7366000"/>
                  </a:lnTo>
                  <a:lnTo>
                    <a:pt x="1364488" y="7399908"/>
                  </a:lnTo>
                  <a:lnTo>
                    <a:pt x="1394205" y="7433563"/>
                  </a:lnTo>
                  <a:lnTo>
                    <a:pt x="1424304" y="7466837"/>
                  </a:lnTo>
                  <a:lnTo>
                    <a:pt x="1454530" y="7499984"/>
                  </a:lnTo>
                  <a:lnTo>
                    <a:pt x="1485138" y="7532878"/>
                  </a:lnTo>
                  <a:lnTo>
                    <a:pt x="1501140" y="7549895"/>
                  </a:lnTo>
                </a:path>
              </a:pathLst>
            </a:custGeom>
            <a:ln w="618744">
              <a:solidFill>
                <a:srgbClr val="FB60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3465">
              <a:lnSpc>
                <a:spcPct val="100000"/>
              </a:lnSpc>
              <a:spcBef>
                <a:spcPts val="100"/>
              </a:spcBef>
            </a:pPr>
            <a:r>
              <a:rPr spc="25" dirty="0"/>
              <a:t>A</a:t>
            </a:r>
            <a:r>
              <a:rPr dirty="0"/>
              <a:t>D</a:t>
            </a:r>
            <a:r>
              <a:rPr spc="-615" dirty="0"/>
              <a:t>V</a:t>
            </a:r>
            <a:r>
              <a:rPr spc="25" dirty="0"/>
              <a:t>A</a:t>
            </a:r>
            <a:r>
              <a:rPr dirty="0"/>
              <a:t>N</a:t>
            </a:r>
            <a:r>
              <a:rPr spc="-350" dirty="0"/>
              <a:t>T</a:t>
            </a:r>
            <a:r>
              <a:rPr spc="25" dirty="0"/>
              <a:t>A</a:t>
            </a:r>
            <a:r>
              <a:rPr spc="20" dirty="0"/>
              <a:t>G</a:t>
            </a:r>
            <a:r>
              <a:rPr spc="10" dirty="0"/>
              <a:t>E</a:t>
            </a:r>
            <a:r>
              <a:rPr dirty="0"/>
              <a:t>S</a:t>
            </a:r>
            <a:r>
              <a:rPr spc="-130" dirty="0"/>
              <a:t> </a:t>
            </a:r>
            <a:r>
              <a:rPr dirty="0"/>
              <a:t>&amp;</a:t>
            </a:r>
            <a:r>
              <a:rPr spc="-190" dirty="0"/>
              <a:t> </a:t>
            </a:r>
            <a:r>
              <a:rPr spc="-40" dirty="0"/>
              <a:t>LIMITATIONS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822194" y="1877060"/>
            <a:ext cx="19100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Times New Roman"/>
                <a:cs typeface="Times New Roman"/>
              </a:rPr>
              <a:t>Advantages: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22194" y="2304033"/>
            <a:ext cx="6739255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Centralized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</a:t>
            </a:r>
            <a:r>
              <a:rPr sz="2800" spc="-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management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Easy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student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registration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process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spc="-10" dirty="0">
                <a:latin typeface="Times New Roman"/>
                <a:cs typeface="Times New Roman"/>
              </a:rPr>
              <a:t>Role-</a:t>
            </a:r>
            <a:r>
              <a:rPr sz="2800" dirty="0">
                <a:latin typeface="Times New Roman"/>
                <a:cs typeface="Times New Roman"/>
              </a:rPr>
              <a:t>based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secure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access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Prevents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duplicate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registrations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spc="-10" dirty="0">
                <a:latin typeface="Times New Roman"/>
                <a:cs typeface="Times New Roman"/>
              </a:rPr>
              <a:t>Database-</a:t>
            </a:r>
            <a:r>
              <a:rPr sz="2800" dirty="0">
                <a:latin typeface="Times New Roman"/>
                <a:cs typeface="Times New Roman"/>
              </a:rPr>
              <a:t>backed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storage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improves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accuracy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22194" y="4865623"/>
            <a:ext cx="188848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Times New Roman"/>
                <a:cs typeface="Times New Roman"/>
              </a:rPr>
              <a:t>Limitations: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22194" y="5292598"/>
            <a:ext cx="667893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265" algn="l"/>
              </a:tabLst>
            </a:pPr>
            <a:r>
              <a:rPr sz="2800" spc="-10" dirty="0">
                <a:latin typeface="Times New Roman"/>
                <a:cs typeface="Times New Roman"/>
              </a:rPr>
              <a:t>Depends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server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database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availability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No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email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notification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feature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No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event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update/edit</a:t>
            </a:r>
            <a:r>
              <a:rPr sz="2800" spc="-1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feature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Limited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reporting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analytics</a:t>
            </a:r>
            <a:endParaRPr sz="28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Admin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setup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must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properly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78984" y="3981450"/>
            <a:ext cx="7274559" cy="1724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150" i="1" spc="125" dirty="0">
                <a:solidFill>
                  <a:srgbClr val="171717"/>
                </a:solidFill>
                <a:latin typeface="Trebuchet MS"/>
                <a:cs typeface="Trebuchet MS"/>
              </a:rPr>
              <a:t>Thank</a:t>
            </a:r>
            <a:r>
              <a:rPr sz="11150" i="1" spc="250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11150" i="1" spc="509" dirty="0">
                <a:solidFill>
                  <a:srgbClr val="171717"/>
                </a:solidFill>
                <a:latin typeface="Trebuchet MS"/>
                <a:cs typeface="Trebuchet MS"/>
              </a:rPr>
              <a:t>y</a:t>
            </a:r>
            <a:r>
              <a:rPr sz="11150" i="1" spc="500" dirty="0">
                <a:solidFill>
                  <a:srgbClr val="171717"/>
                </a:solidFill>
                <a:latin typeface="Trebuchet MS"/>
                <a:cs typeface="Trebuchet MS"/>
              </a:rPr>
              <a:t>o</a:t>
            </a:r>
            <a:r>
              <a:rPr sz="11150" i="1" spc="-45" dirty="0">
                <a:solidFill>
                  <a:srgbClr val="171717"/>
                </a:solidFill>
                <a:latin typeface="Trebuchet MS"/>
                <a:cs typeface="Trebuchet MS"/>
              </a:rPr>
              <a:t>u</a:t>
            </a:r>
            <a:endParaRPr sz="111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1031</Words>
  <Application>Microsoft Office PowerPoint</Application>
  <PresentationFormat>Custom</PresentationFormat>
  <Paragraphs>285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MT</vt:lpstr>
      <vt:lpstr>Calibri</vt:lpstr>
      <vt:lpstr>Cambria</vt:lpstr>
      <vt:lpstr>Tahoma</vt:lpstr>
      <vt:lpstr>Times New Roman</vt:lpstr>
      <vt:lpstr>Trebuchet MS</vt:lpstr>
      <vt:lpstr>Office Theme</vt:lpstr>
      <vt:lpstr>School of Computing</vt:lpstr>
      <vt:lpstr>INTRODUCTION</vt:lpstr>
      <vt:lpstr>PROBLEM STATEMENT</vt:lpstr>
      <vt:lpstr>OBJECTIVE(S)</vt:lpstr>
      <vt:lpstr>PROPOSED SYSTEM</vt:lpstr>
      <vt:lpstr>PROPOSED SYSTEM ARCHITECTURE</vt:lpstr>
      <vt:lpstr>PROPOSED SYSTEM ARCHITECTURE</vt:lpstr>
      <vt:lpstr>WORKFLOW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of Computing</dc:title>
  <dc:creator>Nagendra</dc:creator>
  <cp:lastModifiedBy>pavani chowdary</cp:lastModifiedBy>
  <cp:revision>4</cp:revision>
  <dcterms:created xsi:type="dcterms:W3CDTF">2026-04-16T16:05:32Z</dcterms:created>
  <dcterms:modified xsi:type="dcterms:W3CDTF">2026-05-06T07:20:24Z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2026-03-24T00:00:00Z</vt:filetime>
  </property>
  <property fmtid="{D5CDD505-2E9C-101B-9397-08002B2CF9AE}" pid="3" name="Creator">
    <vt:lpwstr>Microsoft® PowerPoint® 2024</vt:lpwstr>
  </property>
  <property fmtid="{D5CDD505-2E9C-101B-9397-08002B2CF9AE}" pid="4" name="LastSaved">
    <vt:filetime>2026-04-16T00:00:00Z</vt:filetime>
  </property>
  <property fmtid="{D5CDD505-2E9C-101B-9397-08002B2CF9AE}" pid="5" name="Producer">
    <vt:lpwstr>Microsoft® PowerPoint® 2024</vt:lpwstr>
  </property>
</Properties>
</file>